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987" r:id="rId2"/>
    <p:sldId id="2935" r:id="rId3"/>
    <p:sldId id="2937" r:id="rId4"/>
    <p:sldId id="2938" r:id="rId5"/>
    <p:sldId id="2939" r:id="rId6"/>
    <p:sldId id="2940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33FF"/>
    <a:srgbClr val="E8E7DF"/>
    <a:srgbClr val="FF33CC"/>
    <a:srgbClr val="00B0F0"/>
    <a:srgbClr val="764E6A"/>
    <a:srgbClr val="FFFF00"/>
    <a:srgbClr val="FF0000"/>
    <a:srgbClr val="33CC33"/>
    <a:srgbClr val="66FFFF"/>
    <a:srgbClr val="ACD9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F31FE-C02B-4133-8CD9-BDFEAD682645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04F372-1A71-4B0D-8E8A-8F3F51C9F9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8303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B7EAE3-DE5D-C8CD-D69F-CDDC20AA7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4106A98-C438-0F82-96A8-FD0F270993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1A94A3-0388-CDAB-8883-AA0B6A0AB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EADCEE-5EE0-DA25-9476-0225DC32E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5E1E7A-A6AD-96E0-45F8-8F6D02900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7833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6BF382-5DC0-9598-9F7D-8C7DD7F0B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AEC19E-7976-14A1-9457-BBFFD02C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056BDD2-B822-312D-EECD-DD4427CEB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23C43EE-845B-0C99-A867-502270180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D679E95-755E-BDC7-8A1B-80CC159D7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925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47642A-4B01-DCBD-E32F-5C6067394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B548BD-DFB4-7247-CEB2-4F756D9C5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A3B85C4-9284-2CFB-6D55-40A99AA0D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F08C16F-56E3-9442-049F-7AFAFF47F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9EB3EE7-268E-822F-61CD-DC33AFC03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69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130EFE-A7CD-C196-B8D7-CC40A76D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F939FC-E1C3-BE21-5692-5DE052A7F9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477FDFA-8A97-0441-E74C-7E37F8705C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B4CAB2E-F562-64A9-BBA6-F80A6184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7C5084A-8444-D3E6-719E-C9D591661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A69EFBD-81B5-8254-7348-0FA48A7C7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60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3D4E97-FAC4-E792-27B5-97A5C98A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F7CB33-E897-F720-E76A-C90EB168D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CE9A974-AFB2-5E02-C898-8E80B05892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FB9DE92-A753-1A9C-23A0-47C602825C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B3B0F0D-E54D-64F1-C245-9FD914238D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14AC3AF-374D-CBD2-DCF5-99D978CD4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1FF9EE-415A-747A-6F41-4FF4F9DE5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111CF7A-D2FE-564F-217E-82C7D6E9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6074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AA5B27-0C70-5E24-A5A2-43E2EC0F1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6162964-BC93-BF38-FDDF-112B8360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5D2576-608B-0FC5-CA95-F6356462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AF64C4A-7989-B736-6D1D-48258DBD3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360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6016570-170B-A386-DFBB-41BACED5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AC75C0D-1B40-3C64-19FD-025409B4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F80B41-20F8-B7CA-6E0C-B77409F9F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434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CF655E-F5F2-4FF3-AC02-E05224764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2363C5-A0B9-A8A7-0457-B3705B139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038160-668E-3842-1140-90E0829109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68FA96-33F2-62F8-1283-F08E3793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B0D99F7-79DD-616F-AACC-8161FE057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3CE457F-1487-8A31-41C6-BA5A21488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6500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AC8E9F-B829-0535-0B39-E437A141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1B90DE2-DA2C-F71B-8166-2725D79484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9D5A9-A308-92F6-7CE1-8E722EA4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F3EB37B-1AC8-35D4-41B2-7DE5520B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E70B9A-6294-D4B2-F70C-ED710E4BD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E44BFE-DB70-952F-0793-243C7B26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255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851941-E752-DB28-6455-BDE59871D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4BF399-D36E-E7DC-F6AF-DBFC532ED4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BAFDB6-CF9C-F267-9EB5-8350CA61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83176C8-0733-2625-0E5C-39CAE35EF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6CAA09-0784-7E48-83E2-4BC5296B9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994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89F2F5F-F089-6648-8AE9-84AE64613F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A754BCA-5726-D434-175A-5D15ED8DF8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A48305-F3D2-519D-89EE-11D0BF95D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46BCBF-76D8-BFB3-A788-A70F69B98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A4C72B-94A9-4E12-6202-9C6C52208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6516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79E8F1-A4CD-48E5-84BB-D7CFDDF80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44D679-AE04-A6C3-F2AF-0D2F8140B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8DED9F-6AAA-AC10-09A1-05E48D9464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E826F-B2B0-4CCD-96CC-9F9D884D2D07}" type="datetimeFigureOut">
              <a:rPr lang="ru-RU" smtClean="0"/>
              <a:t>26.08.2025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5EB57F-F57F-E460-7D44-BF27CF64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F28281-5725-017A-CC7E-2734CF38A3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C6528-741B-42F4-94C5-337C1466CCE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9224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BA3F6-9D55-4F35-AB74-DBD64313B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5">
            <a:extLst>
              <a:ext uri="{FF2B5EF4-FFF2-40B4-BE49-F238E27FC236}">
                <a16:creationId xmlns:a16="http://schemas.microsoft.com/office/drawing/2014/main" id="{E763726A-38AC-4642-EC9D-DB197FAAC3A1}"/>
              </a:ext>
            </a:extLst>
          </p:cNvPr>
          <p:cNvGrpSpPr/>
          <p:nvPr/>
        </p:nvGrpSpPr>
        <p:grpSpPr>
          <a:xfrm>
            <a:off x="8869813" y="2850854"/>
            <a:ext cx="3081600" cy="1440000"/>
            <a:chOff x="8399463" y="2936875"/>
            <a:chExt cx="2725737" cy="976313"/>
          </a:xfrm>
          <a:solidFill>
            <a:srgbClr val="FF33CC"/>
          </a:solidFill>
        </p:grpSpPr>
        <p:sp>
          <p:nvSpPr>
            <p:cNvPr id="3" name="Freeform 37">
              <a:extLst>
                <a:ext uri="{FF2B5EF4-FFF2-40B4-BE49-F238E27FC236}">
                  <a16:creationId xmlns:a16="http://schemas.microsoft.com/office/drawing/2014/main" id="{437DB864-142C-29EF-D8F7-53C591E2B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399463" y="2936875"/>
              <a:ext cx="642938" cy="976313"/>
            </a:xfrm>
            <a:custGeom>
              <a:avLst/>
              <a:gdLst>
                <a:gd name="T0" fmla="*/ 89 w 169"/>
                <a:gd name="T1" fmla="*/ 92 h 256"/>
                <a:gd name="T2" fmla="*/ 147 w 169"/>
                <a:gd name="T3" fmla="*/ 112 h 256"/>
                <a:gd name="T4" fmla="*/ 169 w 169"/>
                <a:gd name="T5" fmla="*/ 168 h 256"/>
                <a:gd name="T6" fmla="*/ 143 w 169"/>
                <a:gd name="T7" fmla="*/ 234 h 256"/>
                <a:gd name="T8" fmla="*/ 68 w 169"/>
                <a:gd name="T9" fmla="*/ 256 h 256"/>
                <a:gd name="T10" fmla="*/ 0 w 169"/>
                <a:gd name="T11" fmla="*/ 243 h 256"/>
                <a:gd name="T12" fmla="*/ 0 w 169"/>
                <a:gd name="T13" fmla="*/ 197 h 256"/>
                <a:gd name="T14" fmla="*/ 32 w 169"/>
                <a:gd name="T15" fmla="*/ 208 h 256"/>
                <a:gd name="T16" fmla="*/ 66 w 169"/>
                <a:gd name="T17" fmla="*/ 213 h 256"/>
                <a:gd name="T18" fmla="*/ 115 w 169"/>
                <a:gd name="T19" fmla="*/ 173 h 256"/>
                <a:gd name="T20" fmla="*/ 64 w 169"/>
                <a:gd name="T21" fmla="*/ 135 h 256"/>
                <a:gd name="T22" fmla="*/ 44 w 169"/>
                <a:gd name="T23" fmla="*/ 137 h 256"/>
                <a:gd name="T24" fmla="*/ 26 w 169"/>
                <a:gd name="T25" fmla="*/ 140 h 256"/>
                <a:gd name="T26" fmla="*/ 5 w 169"/>
                <a:gd name="T27" fmla="*/ 129 h 256"/>
                <a:gd name="T28" fmla="*/ 14 w 169"/>
                <a:gd name="T29" fmla="*/ 0 h 256"/>
                <a:gd name="T30" fmla="*/ 151 w 169"/>
                <a:gd name="T31" fmla="*/ 0 h 256"/>
                <a:gd name="T32" fmla="*/ 151 w 169"/>
                <a:gd name="T33" fmla="*/ 46 h 256"/>
                <a:gd name="T34" fmla="*/ 61 w 169"/>
                <a:gd name="T35" fmla="*/ 46 h 256"/>
                <a:gd name="T36" fmla="*/ 57 w 169"/>
                <a:gd name="T37" fmla="*/ 95 h 256"/>
                <a:gd name="T38" fmla="*/ 63 w 169"/>
                <a:gd name="T39" fmla="*/ 94 h 256"/>
                <a:gd name="T40" fmla="*/ 89 w 169"/>
                <a:gd name="T41" fmla="*/ 92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69" h="256">
                  <a:moveTo>
                    <a:pt x="89" y="92"/>
                  </a:moveTo>
                  <a:cubicBezTo>
                    <a:pt x="113" y="92"/>
                    <a:pt x="133" y="98"/>
                    <a:pt x="147" y="112"/>
                  </a:cubicBezTo>
                  <a:cubicBezTo>
                    <a:pt x="162" y="126"/>
                    <a:pt x="169" y="145"/>
                    <a:pt x="169" y="168"/>
                  </a:cubicBezTo>
                  <a:cubicBezTo>
                    <a:pt x="169" y="197"/>
                    <a:pt x="160" y="218"/>
                    <a:pt x="143" y="234"/>
                  </a:cubicBezTo>
                  <a:cubicBezTo>
                    <a:pt x="125" y="249"/>
                    <a:pt x="100" y="256"/>
                    <a:pt x="68" y="256"/>
                  </a:cubicBezTo>
                  <a:cubicBezTo>
                    <a:pt x="40" y="256"/>
                    <a:pt x="17" y="252"/>
                    <a:pt x="0" y="243"/>
                  </a:cubicBezTo>
                  <a:cubicBezTo>
                    <a:pt x="0" y="197"/>
                    <a:pt x="0" y="197"/>
                    <a:pt x="0" y="197"/>
                  </a:cubicBezTo>
                  <a:cubicBezTo>
                    <a:pt x="9" y="201"/>
                    <a:pt x="20" y="205"/>
                    <a:pt x="32" y="208"/>
                  </a:cubicBezTo>
                  <a:cubicBezTo>
                    <a:pt x="44" y="211"/>
                    <a:pt x="55" y="213"/>
                    <a:pt x="66" y="213"/>
                  </a:cubicBezTo>
                  <a:cubicBezTo>
                    <a:pt x="99" y="213"/>
                    <a:pt x="115" y="200"/>
                    <a:pt x="115" y="173"/>
                  </a:cubicBezTo>
                  <a:cubicBezTo>
                    <a:pt x="115" y="147"/>
                    <a:pt x="98" y="135"/>
                    <a:pt x="64" y="135"/>
                  </a:cubicBezTo>
                  <a:cubicBezTo>
                    <a:pt x="58" y="135"/>
                    <a:pt x="52" y="135"/>
                    <a:pt x="44" y="137"/>
                  </a:cubicBezTo>
                  <a:cubicBezTo>
                    <a:pt x="37" y="138"/>
                    <a:pt x="31" y="139"/>
                    <a:pt x="26" y="140"/>
                  </a:cubicBezTo>
                  <a:cubicBezTo>
                    <a:pt x="5" y="129"/>
                    <a:pt x="5" y="129"/>
                    <a:pt x="5" y="129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51" y="0"/>
                    <a:pt x="151" y="0"/>
                    <a:pt x="151" y="0"/>
                  </a:cubicBezTo>
                  <a:cubicBezTo>
                    <a:pt x="151" y="46"/>
                    <a:pt x="151" y="46"/>
                    <a:pt x="151" y="46"/>
                  </a:cubicBezTo>
                  <a:cubicBezTo>
                    <a:pt x="61" y="46"/>
                    <a:pt x="61" y="46"/>
                    <a:pt x="61" y="46"/>
                  </a:cubicBezTo>
                  <a:cubicBezTo>
                    <a:pt x="57" y="95"/>
                    <a:pt x="57" y="95"/>
                    <a:pt x="57" y="95"/>
                  </a:cubicBezTo>
                  <a:cubicBezTo>
                    <a:pt x="63" y="94"/>
                    <a:pt x="63" y="94"/>
                    <a:pt x="63" y="94"/>
                  </a:cubicBezTo>
                  <a:cubicBezTo>
                    <a:pt x="70" y="92"/>
                    <a:pt x="78" y="92"/>
                    <a:pt x="89" y="92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4" name="Freeform 38">
              <a:extLst>
                <a:ext uri="{FF2B5EF4-FFF2-40B4-BE49-F238E27FC236}">
                  <a16:creationId xmlns:a16="http://schemas.microsoft.com/office/drawing/2014/main" id="{166E7179-F67D-3177-58F0-6100245F3EA6}"/>
                </a:ext>
              </a:extLst>
            </p:cNvPr>
            <p:cNvSpPr>
              <a:spLocks/>
            </p:cNvSpPr>
            <p:nvPr/>
          </p:nvSpPr>
          <p:spPr bwMode="auto">
            <a:xfrm>
              <a:off x="8699500" y="2936875"/>
              <a:ext cx="2425700" cy="976313"/>
            </a:xfrm>
            <a:custGeom>
              <a:avLst/>
              <a:gdLst>
                <a:gd name="T0" fmla="*/ 92 w 637"/>
                <a:gd name="T1" fmla="*/ 0 h 256"/>
                <a:gd name="T2" fmla="*/ 92 w 637"/>
                <a:gd name="T3" fmla="*/ 65 h 256"/>
                <a:gd name="T4" fmla="*/ 0 w 637"/>
                <a:gd name="T5" fmla="*/ 65 h 256"/>
                <a:gd name="T6" fmla="*/ 0 w 637"/>
                <a:gd name="T7" fmla="*/ 72 h 256"/>
                <a:gd name="T8" fmla="*/ 10 w 637"/>
                <a:gd name="T9" fmla="*/ 72 h 256"/>
                <a:gd name="T10" fmla="*/ 82 w 637"/>
                <a:gd name="T11" fmla="*/ 98 h 256"/>
                <a:gd name="T12" fmla="*/ 109 w 637"/>
                <a:gd name="T13" fmla="*/ 168 h 256"/>
                <a:gd name="T14" fmla="*/ 77 w 637"/>
                <a:gd name="T15" fmla="*/ 248 h 256"/>
                <a:gd name="T16" fmla="*/ 66 w 637"/>
                <a:gd name="T17" fmla="*/ 256 h 256"/>
                <a:gd name="T18" fmla="*/ 509 w 637"/>
                <a:gd name="T19" fmla="*/ 256 h 256"/>
                <a:gd name="T20" fmla="*/ 637 w 637"/>
                <a:gd name="T21" fmla="*/ 128 h 256"/>
                <a:gd name="T22" fmla="*/ 637 w 637"/>
                <a:gd name="T23" fmla="*/ 128 h 256"/>
                <a:gd name="T24" fmla="*/ 509 w 637"/>
                <a:gd name="T25" fmla="*/ 0 h 256"/>
                <a:gd name="T26" fmla="*/ 92 w 637"/>
                <a:gd name="T27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37" h="256">
                  <a:moveTo>
                    <a:pt x="92" y="0"/>
                  </a:moveTo>
                  <a:cubicBezTo>
                    <a:pt x="92" y="65"/>
                    <a:pt x="92" y="65"/>
                    <a:pt x="92" y="65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2"/>
                    <a:pt x="6" y="72"/>
                    <a:pt x="10" y="72"/>
                  </a:cubicBezTo>
                  <a:cubicBezTo>
                    <a:pt x="39" y="72"/>
                    <a:pt x="63" y="81"/>
                    <a:pt x="82" y="98"/>
                  </a:cubicBezTo>
                  <a:cubicBezTo>
                    <a:pt x="100" y="115"/>
                    <a:pt x="109" y="139"/>
                    <a:pt x="109" y="168"/>
                  </a:cubicBezTo>
                  <a:cubicBezTo>
                    <a:pt x="109" y="202"/>
                    <a:pt x="98" y="229"/>
                    <a:pt x="77" y="248"/>
                  </a:cubicBezTo>
                  <a:cubicBezTo>
                    <a:pt x="73" y="251"/>
                    <a:pt x="70" y="254"/>
                    <a:pt x="66" y="256"/>
                  </a:cubicBezTo>
                  <a:cubicBezTo>
                    <a:pt x="509" y="256"/>
                    <a:pt x="509" y="256"/>
                    <a:pt x="509" y="256"/>
                  </a:cubicBezTo>
                  <a:cubicBezTo>
                    <a:pt x="579" y="256"/>
                    <a:pt x="637" y="199"/>
                    <a:pt x="637" y="128"/>
                  </a:cubicBezTo>
                  <a:cubicBezTo>
                    <a:pt x="637" y="128"/>
                    <a:pt x="637" y="128"/>
                    <a:pt x="637" y="128"/>
                  </a:cubicBezTo>
                  <a:cubicBezTo>
                    <a:pt x="637" y="58"/>
                    <a:pt x="579" y="0"/>
                    <a:pt x="509" y="0"/>
                  </a:cubicBezTo>
                  <a:lnTo>
                    <a:pt x="92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Быстрые</a:t>
              </a:r>
            </a:p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х20   </a:t>
              </a:r>
            </a:p>
          </p:txBody>
        </p:sp>
      </p:grpSp>
      <p:grpSp>
        <p:nvGrpSpPr>
          <p:cNvPr id="5" name="Group 63">
            <a:extLst>
              <a:ext uri="{FF2B5EF4-FFF2-40B4-BE49-F238E27FC236}">
                <a16:creationId xmlns:a16="http://schemas.microsoft.com/office/drawing/2014/main" id="{2D8A6FE5-50A7-E0E9-0DB6-3D7AFF5B9F59}"/>
              </a:ext>
            </a:extLst>
          </p:cNvPr>
          <p:cNvGrpSpPr/>
          <p:nvPr/>
        </p:nvGrpSpPr>
        <p:grpSpPr>
          <a:xfrm>
            <a:off x="7998817" y="661811"/>
            <a:ext cx="4129200" cy="1440000"/>
            <a:chOff x="8399463" y="1417638"/>
            <a:chExt cx="2698750" cy="974725"/>
          </a:xfrm>
          <a:solidFill>
            <a:srgbClr val="00B0F0"/>
          </a:solidFill>
        </p:grpSpPr>
        <p:sp>
          <p:nvSpPr>
            <p:cNvPr id="6" name="Freeform 40">
              <a:extLst>
                <a:ext uri="{FF2B5EF4-FFF2-40B4-BE49-F238E27FC236}">
                  <a16:creationId xmlns:a16="http://schemas.microsoft.com/office/drawing/2014/main" id="{74A09C7A-1D2E-B1CE-840B-36D2F870C9D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9463" y="1417638"/>
              <a:ext cx="735013" cy="974725"/>
            </a:xfrm>
            <a:custGeom>
              <a:avLst/>
              <a:gdLst>
                <a:gd name="T0" fmla="*/ 193 w 193"/>
                <a:gd name="T1" fmla="*/ 203 h 256"/>
                <a:gd name="T2" fmla="*/ 162 w 193"/>
                <a:gd name="T3" fmla="*/ 203 h 256"/>
                <a:gd name="T4" fmla="*/ 162 w 193"/>
                <a:gd name="T5" fmla="*/ 256 h 256"/>
                <a:gd name="T6" fmla="*/ 110 w 193"/>
                <a:gd name="T7" fmla="*/ 256 h 256"/>
                <a:gd name="T8" fmla="*/ 110 w 193"/>
                <a:gd name="T9" fmla="*/ 203 h 256"/>
                <a:gd name="T10" fmla="*/ 0 w 193"/>
                <a:gd name="T11" fmla="*/ 203 h 256"/>
                <a:gd name="T12" fmla="*/ 0 w 193"/>
                <a:gd name="T13" fmla="*/ 166 h 256"/>
                <a:gd name="T14" fmla="*/ 113 w 193"/>
                <a:gd name="T15" fmla="*/ 0 h 256"/>
                <a:gd name="T16" fmla="*/ 162 w 193"/>
                <a:gd name="T17" fmla="*/ 0 h 256"/>
                <a:gd name="T18" fmla="*/ 162 w 193"/>
                <a:gd name="T19" fmla="*/ 161 h 256"/>
                <a:gd name="T20" fmla="*/ 193 w 193"/>
                <a:gd name="T21" fmla="*/ 161 h 256"/>
                <a:gd name="T22" fmla="*/ 193 w 193"/>
                <a:gd name="T23" fmla="*/ 203 h 256"/>
                <a:gd name="T24" fmla="*/ 110 w 193"/>
                <a:gd name="T25" fmla="*/ 161 h 256"/>
                <a:gd name="T26" fmla="*/ 110 w 193"/>
                <a:gd name="T27" fmla="*/ 118 h 256"/>
                <a:gd name="T28" fmla="*/ 110 w 193"/>
                <a:gd name="T29" fmla="*/ 86 h 256"/>
                <a:gd name="T30" fmla="*/ 112 w 193"/>
                <a:gd name="T31" fmla="*/ 62 h 256"/>
                <a:gd name="T32" fmla="*/ 110 w 193"/>
                <a:gd name="T33" fmla="*/ 62 h 256"/>
                <a:gd name="T34" fmla="*/ 95 w 193"/>
                <a:gd name="T35" fmla="*/ 90 h 256"/>
                <a:gd name="T36" fmla="*/ 48 w 193"/>
                <a:gd name="T37" fmla="*/ 161 h 256"/>
                <a:gd name="T38" fmla="*/ 110 w 193"/>
                <a:gd name="T39" fmla="*/ 161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93" h="256">
                  <a:moveTo>
                    <a:pt x="193" y="203"/>
                  </a:moveTo>
                  <a:cubicBezTo>
                    <a:pt x="162" y="203"/>
                    <a:pt x="162" y="203"/>
                    <a:pt x="162" y="203"/>
                  </a:cubicBezTo>
                  <a:cubicBezTo>
                    <a:pt x="162" y="256"/>
                    <a:pt x="162" y="256"/>
                    <a:pt x="162" y="256"/>
                  </a:cubicBezTo>
                  <a:cubicBezTo>
                    <a:pt x="110" y="256"/>
                    <a:pt x="110" y="256"/>
                    <a:pt x="110" y="256"/>
                  </a:cubicBezTo>
                  <a:cubicBezTo>
                    <a:pt x="110" y="203"/>
                    <a:pt x="110" y="203"/>
                    <a:pt x="110" y="203"/>
                  </a:cubicBezTo>
                  <a:cubicBezTo>
                    <a:pt x="0" y="203"/>
                    <a:pt x="0" y="203"/>
                    <a:pt x="0" y="203"/>
                  </a:cubicBezTo>
                  <a:cubicBezTo>
                    <a:pt x="0" y="166"/>
                    <a:pt x="0" y="166"/>
                    <a:pt x="0" y="166"/>
                  </a:cubicBezTo>
                  <a:cubicBezTo>
                    <a:pt x="113" y="0"/>
                    <a:pt x="113" y="0"/>
                    <a:pt x="113" y="0"/>
                  </a:cubicBezTo>
                  <a:cubicBezTo>
                    <a:pt x="162" y="0"/>
                    <a:pt x="162" y="0"/>
                    <a:pt x="162" y="0"/>
                  </a:cubicBezTo>
                  <a:cubicBezTo>
                    <a:pt x="162" y="161"/>
                    <a:pt x="162" y="161"/>
                    <a:pt x="162" y="161"/>
                  </a:cubicBezTo>
                  <a:cubicBezTo>
                    <a:pt x="193" y="161"/>
                    <a:pt x="193" y="161"/>
                    <a:pt x="193" y="161"/>
                  </a:cubicBezTo>
                  <a:lnTo>
                    <a:pt x="193" y="203"/>
                  </a:lnTo>
                  <a:close/>
                  <a:moveTo>
                    <a:pt x="110" y="161"/>
                  </a:moveTo>
                  <a:cubicBezTo>
                    <a:pt x="110" y="118"/>
                    <a:pt x="110" y="118"/>
                    <a:pt x="110" y="118"/>
                  </a:cubicBezTo>
                  <a:cubicBezTo>
                    <a:pt x="110" y="111"/>
                    <a:pt x="110" y="100"/>
                    <a:pt x="110" y="86"/>
                  </a:cubicBezTo>
                  <a:cubicBezTo>
                    <a:pt x="111" y="72"/>
                    <a:pt x="111" y="64"/>
                    <a:pt x="112" y="62"/>
                  </a:cubicBezTo>
                  <a:cubicBezTo>
                    <a:pt x="110" y="62"/>
                    <a:pt x="110" y="62"/>
                    <a:pt x="110" y="62"/>
                  </a:cubicBezTo>
                  <a:cubicBezTo>
                    <a:pt x="106" y="72"/>
                    <a:pt x="101" y="81"/>
                    <a:pt x="95" y="90"/>
                  </a:cubicBezTo>
                  <a:cubicBezTo>
                    <a:pt x="48" y="161"/>
                    <a:pt x="48" y="161"/>
                    <a:pt x="48" y="161"/>
                  </a:cubicBezTo>
                  <a:lnTo>
                    <a:pt x="110" y="16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sp>
          <p:nvSpPr>
            <p:cNvPr id="7" name="Freeform 41">
              <a:extLst>
                <a:ext uri="{FF2B5EF4-FFF2-40B4-BE49-F238E27FC236}">
                  <a16:creationId xmlns:a16="http://schemas.microsoft.com/office/drawing/2014/main" id="{57868AD0-3EB9-861E-C8A9-4E0F778B1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1613" y="1417638"/>
              <a:ext cx="2006600" cy="974725"/>
            </a:xfrm>
            <a:custGeom>
              <a:avLst/>
              <a:gdLst>
                <a:gd name="T0" fmla="*/ 0 w 527"/>
                <a:gd name="T1" fmla="*/ 0 h 256"/>
                <a:gd name="T2" fmla="*/ 0 w 527"/>
                <a:gd name="T3" fmla="*/ 142 h 256"/>
                <a:gd name="T4" fmla="*/ 31 w 527"/>
                <a:gd name="T5" fmla="*/ 142 h 256"/>
                <a:gd name="T6" fmla="*/ 31 w 527"/>
                <a:gd name="T7" fmla="*/ 223 h 256"/>
                <a:gd name="T8" fmla="*/ 0 w 527"/>
                <a:gd name="T9" fmla="*/ 223 h 256"/>
                <a:gd name="T10" fmla="*/ 0 w 527"/>
                <a:gd name="T11" fmla="*/ 256 h 256"/>
                <a:gd name="T12" fmla="*/ 399 w 527"/>
                <a:gd name="T13" fmla="*/ 256 h 256"/>
                <a:gd name="T14" fmla="*/ 527 w 527"/>
                <a:gd name="T15" fmla="*/ 128 h 256"/>
                <a:gd name="T16" fmla="*/ 527 w 527"/>
                <a:gd name="T17" fmla="*/ 128 h 256"/>
                <a:gd name="T18" fmla="*/ 399 w 527"/>
                <a:gd name="T19" fmla="*/ 0 h 256"/>
                <a:gd name="T20" fmla="*/ 0 w 527"/>
                <a:gd name="T2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27" h="256">
                  <a:moveTo>
                    <a:pt x="0" y="0"/>
                  </a:moveTo>
                  <a:cubicBezTo>
                    <a:pt x="0" y="142"/>
                    <a:pt x="0" y="142"/>
                    <a:pt x="0" y="142"/>
                  </a:cubicBezTo>
                  <a:cubicBezTo>
                    <a:pt x="31" y="142"/>
                    <a:pt x="31" y="142"/>
                    <a:pt x="31" y="142"/>
                  </a:cubicBezTo>
                  <a:cubicBezTo>
                    <a:pt x="31" y="223"/>
                    <a:pt x="31" y="223"/>
                    <a:pt x="31" y="223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0" y="256"/>
                    <a:pt x="0" y="256"/>
                    <a:pt x="0" y="256"/>
                  </a:cubicBezTo>
                  <a:cubicBezTo>
                    <a:pt x="399" y="256"/>
                    <a:pt x="399" y="256"/>
                    <a:pt x="399" y="256"/>
                  </a:cubicBezTo>
                  <a:cubicBezTo>
                    <a:pt x="470" y="256"/>
                    <a:pt x="527" y="199"/>
                    <a:pt x="527" y="128"/>
                  </a:cubicBezTo>
                  <a:cubicBezTo>
                    <a:pt x="527" y="128"/>
                    <a:pt x="527" y="128"/>
                    <a:pt x="527" y="128"/>
                  </a:cubicBezTo>
                  <a:cubicBezTo>
                    <a:pt x="527" y="58"/>
                    <a:pt x="470" y="0"/>
                    <a:pt x="39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itchFamily="18" charset="0"/>
                  <a:cs typeface="Times New Roman" pitchFamily="18" charset="0"/>
                </a:rPr>
                <a:t> Доступный вход</a:t>
              </a:r>
            </a:p>
          </p:txBody>
        </p:sp>
      </p:grpSp>
      <p:sp>
        <p:nvSpPr>
          <p:cNvPr id="8" name="Freeform 44">
            <a:extLst>
              <a:ext uri="{FF2B5EF4-FFF2-40B4-BE49-F238E27FC236}">
                <a16:creationId xmlns:a16="http://schemas.microsoft.com/office/drawing/2014/main" id="{A842AE0F-6AD0-5019-4C3B-518116D2F805}"/>
              </a:ext>
            </a:extLst>
          </p:cNvPr>
          <p:cNvSpPr>
            <a:spLocks/>
          </p:cNvSpPr>
          <p:nvPr/>
        </p:nvSpPr>
        <p:spPr bwMode="auto">
          <a:xfrm>
            <a:off x="3343085" y="4448175"/>
            <a:ext cx="7938" cy="7938"/>
          </a:xfrm>
          <a:custGeom>
            <a:avLst/>
            <a:gdLst>
              <a:gd name="T0" fmla="*/ 0 w 2"/>
              <a:gd name="T1" fmla="*/ 2 h 2"/>
              <a:gd name="T2" fmla="*/ 2 w 2"/>
              <a:gd name="T3" fmla="*/ 2 h 2"/>
              <a:gd name="T4" fmla="*/ 2 w 2"/>
              <a:gd name="T5" fmla="*/ 0 h 2"/>
              <a:gd name="T6" fmla="*/ 0 w 2"/>
              <a:gd name="T7" fmla="*/ 2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" h="2">
                <a:moveTo>
                  <a:pt x="0" y="2"/>
                </a:moveTo>
                <a:cubicBezTo>
                  <a:pt x="2" y="2"/>
                  <a:pt x="2" y="2"/>
                  <a:pt x="2" y="2"/>
                </a:cubicBezTo>
                <a:cubicBezTo>
                  <a:pt x="2" y="0"/>
                  <a:pt x="2" y="0"/>
                  <a:pt x="2" y="0"/>
                </a:cubicBezTo>
                <a:cubicBezTo>
                  <a:pt x="1" y="1"/>
                  <a:pt x="1" y="1"/>
                  <a:pt x="0" y="2"/>
                </a:cubicBezTo>
                <a:close/>
              </a:path>
            </a:pathLst>
          </a:custGeom>
          <a:solidFill>
            <a:srgbClr val="A220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x-none"/>
          </a:p>
        </p:txBody>
      </p:sp>
      <p:grpSp>
        <p:nvGrpSpPr>
          <p:cNvPr id="9" name="Group 64">
            <a:extLst>
              <a:ext uri="{FF2B5EF4-FFF2-40B4-BE49-F238E27FC236}">
                <a16:creationId xmlns:a16="http://schemas.microsoft.com/office/drawing/2014/main" id="{7C3FCAAD-2CCD-3423-B17C-4CED7BDD5607}"/>
              </a:ext>
            </a:extLst>
          </p:cNvPr>
          <p:cNvGrpSpPr/>
          <p:nvPr/>
        </p:nvGrpSpPr>
        <p:grpSpPr>
          <a:xfrm>
            <a:off x="429827" y="2850854"/>
            <a:ext cx="3080903" cy="1440000"/>
            <a:chOff x="987552" y="2927731"/>
            <a:chExt cx="2704973" cy="985457"/>
          </a:xfrm>
          <a:solidFill>
            <a:srgbClr val="FF33CC"/>
          </a:solidFill>
        </p:grpSpPr>
        <p:sp>
          <p:nvSpPr>
            <p:cNvPr id="10" name="Freeform 43">
              <a:extLst>
                <a:ext uri="{FF2B5EF4-FFF2-40B4-BE49-F238E27FC236}">
                  <a16:creationId xmlns:a16="http://schemas.microsoft.com/office/drawing/2014/main" id="{790AE131-392E-5CF7-C093-003050A2C0B8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552" y="2927731"/>
              <a:ext cx="2423160" cy="976313"/>
            </a:xfrm>
            <a:custGeom>
              <a:avLst/>
              <a:gdLst>
                <a:gd name="T0" fmla="*/ 495 w 611"/>
                <a:gd name="T1" fmla="*/ 211 h 256"/>
                <a:gd name="T2" fmla="*/ 564 w 611"/>
                <a:gd name="T3" fmla="*/ 141 h 256"/>
                <a:gd name="T4" fmla="*/ 599 w 611"/>
                <a:gd name="T5" fmla="*/ 103 h 256"/>
                <a:gd name="T6" fmla="*/ 609 w 611"/>
                <a:gd name="T7" fmla="*/ 87 h 256"/>
                <a:gd name="T8" fmla="*/ 611 w 611"/>
                <a:gd name="T9" fmla="*/ 75 h 256"/>
                <a:gd name="T10" fmla="*/ 609 w 611"/>
                <a:gd name="T11" fmla="*/ 67 h 256"/>
                <a:gd name="T12" fmla="*/ 600 w 611"/>
                <a:gd name="T13" fmla="*/ 65 h 256"/>
                <a:gd name="T14" fmla="*/ 580 w 611"/>
                <a:gd name="T15" fmla="*/ 69 h 256"/>
                <a:gd name="T16" fmla="*/ 555 w 611"/>
                <a:gd name="T17" fmla="*/ 86 h 256"/>
                <a:gd name="T18" fmla="*/ 540 w 611"/>
                <a:gd name="T19" fmla="*/ 98 h 256"/>
                <a:gd name="T20" fmla="*/ 486 w 611"/>
                <a:gd name="T21" fmla="*/ 34 h 256"/>
                <a:gd name="T22" fmla="*/ 501 w 611"/>
                <a:gd name="T23" fmla="*/ 21 h 256"/>
                <a:gd name="T24" fmla="*/ 529 w 611"/>
                <a:gd name="T25" fmla="*/ 0 h 256"/>
                <a:gd name="T26" fmla="*/ 128 w 611"/>
                <a:gd name="T27" fmla="*/ 0 h 256"/>
                <a:gd name="T28" fmla="*/ 0 w 611"/>
                <a:gd name="T29" fmla="*/ 128 h 256"/>
                <a:gd name="T30" fmla="*/ 0 w 611"/>
                <a:gd name="T31" fmla="*/ 128 h 256"/>
                <a:gd name="T32" fmla="*/ 128 w 611"/>
                <a:gd name="T33" fmla="*/ 256 h 256"/>
                <a:gd name="T34" fmla="*/ 495 w 611"/>
                <a:gd name="T35" fmla="*/ 256 h 256"/>
                <a:gd name="T36" fmla="*/ 495 w 611"/>
                <a:gd name="T37" fmla="*/ 211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611" h="256">
                  <a:moveTo>
                    <a:pt x="495" y="211"/>
                  </a:moveTo>
                  <a:cubicBezTo>
                    <a:pt x="564" y="141"/>
                    <a:pt x="564" y="141"/>
                    <a:pt x="564" y="141"/>
                  </a:cubicBezTo>
                  <a:cubicBezTo>
                    <a:pt x="586" y="118"/>
                    <a:pt x="595" y="108"/>
                    <a:pt x="599" y="103"/>
                  </a:cubicBezTo>
                  <a:cubicBezTo>
                    <a:pt x="604" y="97"/>
                    <a:pt x="607" y="92"/>
                    <a:pt x="609" y="87"/>
                  </a:cubicBezTo>
                  <a:cubicBezTo>
                    <a:pt x="610" y="83"/>
                    <a:pt x="611" y="79"/>
                    <a:pt x="611" y="75"/>
                  </a:cubicBezTo>
                  <a:cubicBezTo>
                    <a:pt x="611" y="70"/>
                    <a:pt x="610" y="68"/>
                    <a:pt x="609" y="67"/>
                  </a:cubicBezTo>
                  <a:cubicBezTo>
                    <a:pt x="607" y="65"/>
                    <a:pt x="604" y="65"/>
                    <a:pt x="600" y="65"/>
                  </a:cubicBezTo>
                  <a:cubicBezTo>
                    <a:pt x="593" y="65"/>
                    <a:pt x="587" y="66"/>
                    <a:pt x="580" y="69"/>
                  </a:cubicBezTo>
                  <a:cubicBezTo>
                    <a:pt x="572" y="73"/>
                    <a:pt x="564" y="79"/>
                    <a:pt x="555" y="86"/>
                  </a:cubicBezTo>
                  <a:cubicBezTo>
                    <a:pt x="540" y="98"/>
                    <a:pt x="540" y="98"/>
                    <a:pt x="540" y="98"/>
                  </a:cubicBezTo>
                  <a:cubicBezTo>
                    <a:pt x="486" y="34"/>
                    <a:pt x="486" y="34"/>
                    <a:pt x="486" y="34"/>
                  </a:cubicBezTo>
                  <a:cubicBezTo>
                    <a:pt x="501" y="21"/>
                    <a:pt x="501" y="21"/>
                    <a:pt x="501" y="21"/>
                  </a:cubicBezTo>
                  <a:cubicBezTo>
                    <a:pt x="512" y="12"/>
                    <a:pt x="521" y="5"/>
                    <a:pt x="529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8" y="0"/>
                    <a:pt x="0" y="5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99"/>
                    <a:pt x="58" y="256"/>
                    <a:pt x="128" y="256"/>
                  </a:cubicBezTo>
                  <a:cubicBezTo>
                    <a:pt x="495" y="256"/>
                    <a:pt x="495" y="256"/>
                    <a:pt x="495" y="256"/>
                  </a:cubicBezTo>
                  <a:lnTo>
                    <a:pt x="495" y="211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700" b="1" dirty="0">
                  <a:latin typeface="Times New Roman" pitchFamily="18" charset="0"/>
                  <a:cs typeface="Times New Roman" pitchFamily="18" charset="0"/>
                </a:rPr>
                <a:t>На</a:t>
              </a:r>
              <a:r>
                <a:rPr lang="en-US" sz="2700" b="1" dirty="0">
                  <a:latin typeface="Times New Roman" pitchFamily="18" charset="0"/>
                  <a:cs typeface="Times New Roman" pitchFamily="18" charset="0"/>
                </a:rPr>
                <a:t> USDT</a:t>
              </a:r>
              <a:r>
                <a:rPr lang="ru-RU" sz="2700" b="1" dirty="0"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sp>
          <p:nvSpPr>
            <p:cNvPr id="11" name="Freeform 45">
              <a:extLst>
                <a:ext uri="{FF2B5EF4-FFF2-40B4-BE49-F238E27FC236}">
                  <a16:creationId xmlns:a16="http://schemas.microsoft.com/office/drawing/2014/main" id="{8F26E563-0A9C-3EBA-17BB-B27D05451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9425" y="2936875"/>
              <a:ext cx="673100" cy="976313"/>
            </a:xfrm>
            <a:custGeom>
              <a:avLst/>
              <a:gdLst>
                <a:gd name="T0" fmla="*/ 177 w 177"/>
                <a:gd name="T1" fmla="*/ 256 h 256"/>
                <a:gd name="T2" fmla="*/ 0 w 177"/>
                <a:gd name="T3" fmla="*/ 256 h 256"/>
                <a:gd name="T4" fmla="*/ 0 w 177"/>
                <a:gd name="T5" fmla="*/ 219 h 256"/>
                <a:gd name="T6" fmla="*/ 64 w 177"/>
                <a:gd name="T7" fmla="*/ 155 h 256"/>
                <a:gd name="T8" fmla="*/ 101 w 177"/>
                <a:gd name="T9" fmla="*/ 115 h 256"/>
                <a:gd name="T10" fmla="*/ 113 w 177"/>
                <a:gd name="T11" fmla="*/ 95 h 256"/>
                <a:gd name="T12" fmla="*/ 117 w 177"/>
                <a:gd name="T13" fmla="*/ 75 h 256"/>
                <a:gd name="T14" fmla="*/ 108 w 177"/>
                <a:gd name="T15" fmla="*/ 52 h 256"/>
                <a:gd name="T16" fmla="*/ 86 w 177"/>
                <a:gd name="T17" fmla="*/ 45 h 256"/>
                <a:gd name="T18" fmla="*/ 58 w 177"/>
                <a:gd name="T19" fmla="*/ 52 h 256"/>
                <a:gd name="T20" fmla="*/ 29 w 177"/>
                <a:gd name="T21" fmla="*/ 71 h 256"/>
                <a:gd name="T22" fmla="*/ 0 w 177"/>
                <a:gd name="T23" fmla="*/ 36 h 256"/>
                <a:gd name="T24" fmla="*/ 31 w 177"/>
                <a:gd name="T25" fmla="*/ 14 h 256"/>
                <a:gd name="T26" fmla="*/ 57 w 177"/>
                <a:gd name="T27" fmla="*/ 4 h 256"/>
                <a:gd name="T28" fmla="*/ 90 w 177"/>
                <a:gd name="T29" fmla="*/ 0 h 256"/>
                <a:gd name="T30" fmla="*/ 132 w 177"/>
                <a:gd name="T31" fmla="*/ 9 h 256"/>
                <a:gd name="T32" fmla="*/ 160 w 177"/>
                <a:gd name="T33" fmla="*/ 33 h 256"/>
                <a:gd name="T34" fmla="*/ 170 w 177"/>
                <a:gd name="T35" fmla="*/ 69 h 256"/>
                <a:gd name="T36" fmla="*/ 164 w 177"/>
                <a:gd name="T37" fmla="*/ 101 h 256"/>
                <a:gd name="T38" fmla="*/ 145 w 177"/>
                <a:gd name="T39" fmla="*/ 133 h 256"/>
                <a:gd name="T40" fmla="*/ 99 w 177"/>
                <a:gd name="T41" fmla="*/ 179 h 256"/>
                <a:gd name="T42" fmla="*/ 67 w 177"/>
                <a:gd name="T43" fmla="*/ 209 h 256"/>
                <a:gd name="T44" fmla="*/ 67 w 177"/>
                <a:gd name="T45" fmla="*/ 211 h 256"/>
                <a:gd name="T46" fmla="*/ 177 w 177"/>
                <a:gd name="T47" fmla="*/ 211 h 256"/>
                <a:gd name="T48" fmla="*/ 177 w 177"/>
                <a:gd name="T49" fmla="*/ 256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77" h="256">
                  <a:moveTo>
                    <a:pt x="177" y="256"/>
                  </a:moveTo>
                  <a:cubicBezTo>
                    <a:pt x="0" y="256"/>
                    <a:pt x="0" y="256"/>
                    <a:pt x="0" y="256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64" y="155"/>
                    <a:pt x="64" y="155"/>
                    <a:pt x="64" y="155"/>
                  </a:cubicBezTo>
                  <a:cubicBezTo>
                    <a:pt x="83" y="136"/>
                    <a:pt x="95" y="123"/>
                    <a:pt x="101" y="115"/>
                  </a:cubicBezTo>
                  <a:cubicBezTo>
                    <a:pt x="106" y="108"/>
                    <a:pt x="110" y="101"/>
                    <a:pt x="113" y="95"/>
                  </a:cubicBezTo>
                  <a:cubicBezTo>
                    <a:pt x="116" y="88"/>
                    <a:pt x="117" y="82"/>
                    <a:pt x="117" y="75"/>
                  </a:cubicBezTo>
                  <a:cubicBezTo>
                    <a:pt x="117" y="65"/>
                    <a:pt x="114" y="57"/>
                    <a:pt x="108" y="52"/>
                  </a:cubicBezTo>
                  <a:cubicBezTo>
                    <a:pt x="103" y="47"/>
                    <a:pt x="95" y="45"/>
                    <a:pt x="86" y="45"/>
                  </a:cubicBezTo>
                  <a:cubicBezTo>
                    <a:pt x="76" y="45"/>
                    <a:pt x="67" y="47"/>
                    <a:pt x="58" y="52"/>
                  </a:cubicBezTo>
                  <a:cubicBezTo>
                    <a:pt x="48" y="56"/>
                    <a:pt x="39" y="62"/>
                    <a:pt x="29" y="71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2" y="26"/>
                    <a:pt x="22" y="18"/>
                    <a:pt x="31" y="14"/>
                  </a:cubicBezTo>
                  <a:cubicBezTo>
                    <a:pt x="39" y="10"/>
                    <a:pt x="48" y="6"/>
                    <a:pt x="57" y="4"/>
                  </a:cubicBezTo>
                  <a:cubicBezTo>
                    <a:pt x="67" y="1"/>
                    <a:pt x="78" y="0"/>
                    <a:pt x="90" y="0"/>
                  </a:cubicBezTo>
                  <a:cubicBezTo>
                    <a:pt x="106" y="0"/>
                    <a:pt x="120" y="3"/>
                    <a:pt x="132" y="9"/>
                  </a:cubicBezTo>
                  <a:cubicBezTo>
                    <a:pt x="144" y="15"/>
                    <a:pt x="153" y="23"/>
                    <a:pt x="160" y="33"/>
                  </a:cubicBezTo>
                  <a:cubicBezTo>
                    <a:pt x="166" y="43"/>
                    <a:pt x="170" y="55"/>
                    <a:pt x="170" y="69"/>
                  </a:cubicBezTo>
                  <a:cubicBezTo>
                    <a:pt x="170" y="80"/>
                    <a:pt x="168" y="91"/>
                    <a:pt x="164" y="101"/>
                  </a:cubicBezTo>
                  <a:cubicBezTo>
                    <a:pt x="160" y="112"/>
                    <a:pt x="153" y="122"/>
                    <a:pt x="145" y="133"/>
                  </a:cubicBezTo>
                  <a:cubicBezTo>
                    <a:pt x="136" y="143"/>
                    <a:pt x="121" y="159"/>
                    <a:pt x="99" y="179"/>
                  </a:cubicBezTo>
                  <a:cubicBezTo>
                    <a:pt x="67" y="209"/>
                    <a:pt x="67" y="209"/>
                    <a:pt x="67" y="209"/>
                  </a:cubicBezTo>
                  <a:cubicBezTo>
                    <a:pt x="67" y="211"/>
                    <a:pt x="67" y="211"/>
                    <a:pt x="67" y="211"/>
                  </a:cubicBezTo>
                  <a:cubicBezTo>
                    <a:pt x="177" y="211"/>
                    <a:pt x="177" y="211"/>
                    <a:pt x="177" y="211"/>
                  </a:cubicBezTo>
                  <a:lnTo>
                    <a:pt x="177" y="256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2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grpSp>
        <p:nvGrpSpPr>
          <p:cNvPr id="12" name="Group 62">
            <a:extLst>
              <a:ext uri="{FF2B5EF4-FFF2-40B4-BE49-F238E27FC236}">
                <a16:creationId xmlns:a16="http://schemas.microsoft.com/office/drawing/2014/main" id="{2B8B08D8-A9BE-DC2F-799A-BF2FDCB13BC5}"/>
              </a:ext>
            </a:extLst>
          </p:cNvPr>
          <p:cNvGrpSpPr/>
          <p:nvPr/>
        </p:nvGrpSpPr>
        <p:grpSpPr>
          <a:xfrm>
            <a:off x="63983" y="675194"/>
            <a:ext cx="4129200" cy="1440000"/>
            <a:chOff x="1095439" y="1408494"/>
            <a:chExt cx="2670111" cy="983869"/>
          </a:xfrm>
          <a:solidFill>
            <a:srgbClr val="00B0F0"/>
          </a:solidFill>
        </p:grpSpPr>
        <p:sp>
          <p:nvSpPr>
            <p:cNvPr id="13" name="Freeform 47">
              <a:extLst>
                <a:ext uri="{FF2B5EF4-FFF2-40B4-BE49-F238E27FC236}">
                  <a16:creationId xmlns:a16="http://schemas.microsoft.com/office/drawing/2014/main" id="{18B1ED48-C7BF-435E-2C66-5D2D8B3D6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439" y="1408494"/>
              <a:ext cx="2284413" cy="974725"/>
            </a:xfrm>
            <a:custGeom>
              <a:avLst/>
              <a:gdLst>
                <a:gd name="T0" fmla="*/ 562 w 600"/>
                <a:gd name="T1" fmla="*/ 193 h 256"/>
                <a:gd name="T2" fmla="*/ 600 w 600"/>
                <a:gd name="T3" fmla="*/ 193 h 256"/>
                <a:gd name="T4" fmla="*/ 600 w 600"/>
                <a:gd name="T5" fmla="*/ 108 h 256"/>
                <a:gd name="T6" fmla="*/ 600 w 600"/>
                <a:gd name="T7" fmla="*/ 102 h 256"/>
                <a:gd name="T8" fmla="*/ 569 w 600"/>
                <a:gd name="T9" fmla="*/ 126 h 256"/>
                <a:gd name="T10" fmla="*/ 519 w 600"/>
                <a:gd name="T11" fmla="*/ 63 h 256"/>
                <a:gd name="T12" fmla="*/ 597 w 600"/>
                <a:gd name="T13" fmla="*/ 0 h 256"/>
                <a:gd name="T14" fmla="*/ 128 w 600"/>
                <a:gd name="T15" fmla="*/ 0 h 256"/>
                <a:gd name="T16" fmla="*/ 0 w 600"/>
                <a:gd name="T17" fmla="*/ 128 h 256"/>
                <a:gd name="T18" fmla="*/ 0 w 600"/>
                <a:gd name="T19" fmla="*/ 128 h 256"/>
                <a:gd name="T20" fmla="*/ 128 w 600"/>
                <a:gd name="T21" fmla="*/ 256 h 256"/>
                <a:gd name="T22" fmla="*/ 562 w 600"/>
                <a:gd name="T23" fmla="*/ 256 h 256"/>
                <a:gd name="T24" fmla="*/ 562 w 600"/>
                <a:gd name="T25" fmla="*/ 19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00" h="256">
                  <a:moveTo>
                    <a:pt x="562" y="193"/>
                  </a:moveTo>
                  <a:cubicBezTo>
                    <a:pt x="600" y="193"/>
                    <a:pt x="600" y="193"/>
                    <a:pt x="600" y="193"/>
                  </a:cubicBezTo>
                  <a:cubicBezTo>
                    <a:pt x="600" y="108"/>
                    <a:pt x="600" y="108"/>
                    <a:pt x="600" y="108"/>
                  </a:cubicBezTo>
                  <a:cubicBezTo>
                    <a:pt x="600" y="102"/>
                    <a:pt x="600" y="102"/>
                    <a:pt x="600" y="102"/>
                  </a:cubicBezTo>
                  <a:cubicBezTo>
                    <a:pt x="569" y="126"/>
                    <a:pt x="569" y="126"/>
                    <a:pt x="569" y="126"/>
                  </a:cubicBezTo>
                  <a:cubicBezTo>
                    <a:pt x="519" y="63"/>
                    <a:pt x="519" y="63"/>
                    <a:pt x="519" y="63"/>
                  </a:cubicBezTo>
                  <a:cubicBezTo>
                    <a:pt x="597" y="0"/>
                    <a:pt x="597" y="0"/>
                    <a:pt x="597" y="0"/>
                  </a:cubicBezTo>
                  <a:cubicBezTo>
                    <a:pt x="128" y="0"/>
                    <a:pt x="128" y="0"/>
                    <a:pt x="128" y="0"/>
                  </a:cubicBezTo>
                  <a:cubicBezTo>
                    <a:pt x="58" y="0"/>
                    <a:pt x="0" y="5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0" y="199"/>
                    <a:pt x="58" y="256"/>
                    <a:pt x="128" y="256"/>
                  </a:cubicBezTo>
                  <a:cubicBezTo>
                    <a:pt x="562" y="256"/>
                    <a:pt x="562" y="256"/>
                    <a:pt x="562" y="256"/>
                  </a:cubicBezTo>
                  <a:lnTo>
                    <a:pt x="562" y="19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Деньги </a:t>
              </a:r>
            </a:p>
            <a:p>
              <a:pPr algn="ctr"/>
              <a:r>
                <a:rPr lang="ru-RU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на каждый день</a:t>
              </a:r>
            </a:p>
          </p:txBody>
        </p:sp>
        <p:sp>
          <p:nvSpPr>
            <p:cNvPr id="14" name="Freeform 48">
              <a:extLst>
                <a:ext uri="{FF2B5EF4-FFF2-40B4-BE49-F238E27FC236}">
                  <a16:creationId xmlns:a16="http://schemas.microsoft.com/office/drawing/2014/main" id="{571649EC-8800-3329-EE4C-B3A07C345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900" y="1417638"/>
              <a:ext cx="628650" cy="974725"/>
            </a:xfrm>
            <a:custGeom>
              <a:avLst/>
              <a:gdLst>
                <a:gd name="T0" fmla="*/ 127 w 165"/>
                <a:gd name="T1" fmla="*/ 213 h 256"/>
                <a:gd name="T2" fmla="*/ 127 w 165"/>
                <a:gd name="T3" fmla="*/ 0 h 256"/>
                <a:gd name="T4" fmla="*/ 83 w 165"/>
                <a:gd name="T5" fmla="*/ 0 h 256"/>
                <a:gd name="T6" fmla="*/ 0 w 165"/>
                <a:gd name="T7" fmla="*/ 66 h 256"/>
                <a:gd name="T8" fmla="*/ 27 w 165"/>
                <a:gd name="T9" fmla="*/ 99 h 256"/>
                <a:gd name="T10" fmla="*/ 56 w 165"/>
                <a:gd name="T11" fmla="*/ 75 h 256"/>
                <a:gd name="T12" fmla="*/ 75 w 165"/>
                <a:gd name="T13" fmla="*/ 57 h 256"/>
                <a:gd name="T14" fmla="*/ 74 w 165"/>
                <a:gd name="T15" fmla="*/ 84 h 256"/>
                <a:gd name="T16" fmla="*/ 73 w 165"/>
                <a:gd name="T17" fmla="*/ 108 h 256"/>
                <a:gd name="T18" fmla="*/ 73 w 165"/>
                <a:gd name="T19" fmla="*/ 213 h 256"/>
                <a:gd name="T20" fmla="*/ 36 w 165"/>
                <a:gd name="T21" fmla="*/ 213 h 256"/>
                <a:gd name="T22" fmla="*/ 36 w 165"/>
                <a:gd name="T23" fmla="*/ 256 h 256"/>
                <a:gd name="T24" fmla="*/ 73 w 165"/>
                <a:gd name="T25" fmla="*/ 256 h 256"/>
                <a:gd name="T26" fmla="*/ 127 w 165"/>
                <a:gd name="T27" fmla="*/ 256 h 256"/>
                <a:gd name="T28" fmla="*/ 165 w 165"/>
                <a:gd name="T29" fmla="*/ 256 h 256"/>
                <a:gd name="T30" fmla="*/ 165 w 165"/>
                <a:gd name="T31" fmla="*/ 213 h 256"/>
                <a:gd name="T32" fmla="*/ 127 w 165"/>
                <a:gd name="T33" fmla="*/ 213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5" h="256">
                  <a:moveTo>
                    <a:pt x="127" y="213"/>
                  </a:moveTo>
                  <a:cubicBezTo>
                    <a:pt x="127" y="0"/>
                    <a:pt x="127" y="0"/>
                    <a:pt x="127" y="0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27" y="99"/>
                    <a:pt x="27" y="99"/>
                    <a:pt x="27" y="99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9" y="72"/>
                    <a:pt x="66" y="66"/>
                    <a:pt x="75" y="57"/>
                  </a:cubicBezTo>
                  <a:cubicBezTo>
                    <a:pt x="74" y="84"/>
                    <a:pt x="74" y="84"/>
                    <a:pt x="74" y="84"/>
                  </a:cubicBezTo>
                  <a:cubicBezTo>
                    <a:pt x="73" y="108"/>
                    <a:pt x="73" y="108"/>
                    <a:pt x="73" y="108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36" y="213"/>
                    <a:pt x="36" y="213"/>
                    <a:pt x="36" y="213"/>
                  </a:cubicBezTo>
                  <a:cubicBezTo>
                    <a:pt x="36" y="256"/>
                    <a:pt x="36" y="256"/>
                    <a:pt x="36" y="256"/>
                  </a:cubicBezTo>
                  <a:cubicBezTo>
                    <a:pt x="73" y="256"/>
                    <a:pt x="73" y="256"/>
                    <a:pt x="73" y="256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65" y="256"/>
                    <a:pt x="165" y="256"/>
                    <a:pt x="165" y="256"/>
                  </a:cubicBezTo>
                  <a:cubicBezTo>
                    <a:pt x="165" y="213"/>
                    <a:pt x="165" y="213"/>
                    <a:pt x="165" y="213"/>
                  </a:cubicBezTo>
                  <a:lnTo>
                    <a:pt x="127" y="213"/>
                  </a:lnTo>
                  <a:close/>
                </a:path>
              </a:pathLst>
            </a:custGeom>
            <a:grpFill/>
            <a:ln>
              <a:noFill/>
            </a:ln>
            <a:effectLst>
              <a:outerShdw blurRad="165100" dist="88900" dir="2700000" algn="tl" rotWithShape="0">
                <a:schemeClr val="accent1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grpSp>
        <p:nvGrpSpPr>
          <p:cNvPr id="15" name="Group 78">
            <a:extLst>
              <a:ext uri="{FF2B5EF4-FFF2-40B4-BE49-F238E27FC236}">
                <a16:creationId xmlns:a16="http://schemas.microsoft.com/office/drawing/2014/main" id="{689D6A4F-EB1B-513D-BD32-EB7B4D0E8468}"/>
              </a:ext>
            </a:extLst>
          </p:cNvPr>
          <p:cNvGrpSpPr/>
          <p:nvPr/>
        </p:nvGrpSpPr>
        <p:grpSpPr>
          <a:xfrm>
            <a:off x="63984" y="5226900"/>
            <a:ext cx="4845600" cy="1440000"/>
            <a:chOff x="1058863" y="4457700"/>
            <a:chExt cx="2706688" cy="978937"/>
          </a:xfrm>
          <a:solidFill>
            <a:srgbClr val="9933FF"/>
          </a:solidFill>
        </p:grpSpPr>
        <p:sp>
          <p:nvSpPr>
            <p:cNvPr id="16" name="Freeform 50">
              <a:extLst>
                <a:ext uri="{FF2B5EF4-FFF2-40B4-BE49-F238E27FC236}">
                  <a16:creationId xmlns:a16="http://schemas.microsoft.com/office/drawing/2014/main" id="{84C7FCFB-0D79-6C07-4EBD-153EDC42D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813" y="4697413"/>
              <a:ext cx="265113" cy="84138"/>
            </a:xfrm>
            <a:custGeom>
              <a:avLst/>
              <a:gdLst>
                <a:gd name="T0" fmla="*/ 35 w 70"/>
                <a:gd name="T1" fmla="*/ 3 h 22"/>
                <a:gd name="T2" fmla="*/ 12 w 70"/>
                <a:gd name="T3" fmla="*/ 15 h 22"/>
                <a:gd name="T4" fmla="*/ 0 w 70"/>
                <a:gd name="T5" fmla="*/ 22 h 22"/>
                <a:gd name="T6" fmla="*/ 34 w 70"/>
                <a:gd name="T7" fmla="*/ 22 h 22"/>
                <a:gd name="T8" fmla="*/ 67 w 70"/>
                <a:gd name="T9" fmla="*/ 17 h 22"/>
                <a:gd name="T10" fmla="*/ 70 w 70"/>
                <a:gd name="T11" fmla="*/ 8 h 22"/>
                <a:gd name="T12" fmla="*/ 54 w 70"/>
                <a:gd name="T13" fmla="*/ 0 h 22"/>
                <a:gd name="T14" fmla="*/ 35 w 70"/>
                <a:gd name="T15" fmla="*/ 3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0" h="22">
                  <a:moveTo>
                    <a:pt x="35" y="3"/>
                  </a:moveTo>
                  <a:cubicBezTo>
                    <a:pt x="28" y="5"/>
                    <a:pt x="21" y="9"/>
                    <a:pt x="12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34" y="22"/>
                    <a:pt x="34" y="22"/>
                    <a:pt x="34" y="22"/>
                  </a:cubicBezTo>
                  <a:cubicBezTo>
                    <a:pt x="55" y="22"/>
                    <a:pt x="63" y="19"/>
                    <a:pt x="67" y="17"/>
                  </a:cubicBezTo>
                  <a:cubicBezTo>
                    <a:pt x="68" y="16"/>
                    <a:pt x="70" y="15"/>
                    <a:pt x="70" y="8"/>
                  </a:cubicBezTo>
                  <a:cubicBezTo>
                    <a:pt x="70" y="3"/>
                    <a:pt x="70" y="0"/>
                    <a:pt x="54" y="0"/>
                  </a:cubicBezTo>
                  <a:cubicBezTo>
                    <a:pt x="48" y="0"/>
                    <a:pt x="42" y="1"/>
                    <a:pt x="35" y="3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  <p:grpSp>
          <p:nvGrpSpPr>
            <p:cNvPr id="17" name="Group 66">
              <a:extLst>
                <a:ext uri="{FF2B5EF4-FFF2-40B4-BE49-F238E27FC236}">
                  <a16:creationId xmlns:a16="http://schemas.microsoft.com/office/drawing/2014/main" id="{42D325F6-5E30-88CE-AADD-51BAA350B85F}"/>
                </a:ext>
              </a:extLst>
            </p:cNvPr>
            <p:cNvGrpSpPr/>
            <p:nvPr/>
          </p:nvGrpSpPr>
          <p:grpSpPr>
            <a:xfrm>
              <a:off x="1058863" y="4457700"/>
              <a:ext cx="2706688" cy="978937"/>
              <a:chOff x="1058863" y="4457700"/>
              <a:chExt cx="2706688" cy="978937"/>
            </a:xfrm>
            <a:grpFill/>
          </p:grpSpPr>
          <p:sp>
            <p:nvSpPr>
              <p:cNvPr id="18" name="Freeform 51">
                <a:extLst>
                  <a:ext uri="{FF2B5EF4-FFF2-40B4-BE49-F238E27FC236}">
                    <a16:creationId xmlns:a16="http://schemas.microsoft.com/office/drawing/2014/main" id="{1AB32CFA-7134-AAC8-68F5-DE98CB1089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8863" y="4461912"/>
                <a:ext cx="2398562" cy="974725"/>
              </a:xfrm>
              <a:custGeom>
                <a:avLst/>
                <a:gdLst>
                  <a:gd name="T0" fmla="*/ 519 w 636"/>
                  <a:gd name="T1" fmla="*/ 256 h 256"/>
                  <a:gd name="T2" fmla="*/ 519 w 636"/>
                  <a:gd name="T3" fmla="*/ 166 h 256"/>
                  <a:gd name="T4" fmla="*/ 547 w 636"/>
                  <a:gd name="T5" fmla="*/ 181 h 256"/>
                  <a:gd name="T6" fmla="*/ 575 w 636"/>
                  <a:gd name="T7" fmla="*/ 191 h 256"/>
                  <a:gd name="T8" fmla="*/ 605 w 636"/>
                  <a:gd name="T9" fmla="*/ 195 h 256"/>
                  <a:gd name="T10" fmla="*/ 632 w 636"/>
                  <a:gd name="T11" fmla="*/ 190 h 256"/>
                  <a:gd name="T12" fmla="*/ 636 w 636"/>
                  <a:gd name="T13" fmla="*/ 177 h 256"/>
                  <a:gd name="T14" fmla="*/ 632 w 636"/>
                  <a:gd name="T15" fmla="*/ 170 h 256"/>
                  <a:gd name="T16" fmla="*/ 596 w 636"/>
                  <a:gd name="T17" fmla="*/ 165 h 256"/>
                  <a:gd name="T18" fmla="*/ 557 w 636"/>
                  <a:gd name="T19" fmla="*/ 165 h 256"/>
                  <a:gd name="T20" fmla="*/ 557 w 636"/>
                  <a:gd name="T21" fmla="*/ 87 h 256"/>
                  <a:gd name="T22" fmla="*/ 512 w 636"/>
                  <a:gd name="T23" fmla="*/ 20 h 256"/>
                  <a:gd name="T24" fmla="*/ 527 w 636"/>
                  <a:gd name="T25" fmla="*/ 9 h 256"/>
                  <a:gd name="T26" fmla="*/ 541 w 636"/>
                  <a:gd name="T27" fmla="*/ 0 h 256"/>
                  <a:gd name="T28" fmla="*/ 128 w 636"/>
                  <a:gd name="T29" fmla="*/ 0 h 256"/>
                  <a:gd name="T30" fmla="*/ 0 w 636"/>
                  <a:gd name="T31" fmla="*/ 128 h 256"/>
                  <a:gd name="T32" fmla="*/ 0 w 636"/>
                  <a:gd name="T33" fmla="*/ 128 h 256"/>
                  <a:gd name="T34" fmla="*/ 128 w 636"/>
                  <a:gd name="T35" fmla="*/ 256 h 256"/>
                  <a:gd name="T36" fmla="*/ 520 w 636"/>
                  <a:gd name="T37" fmla="*/ 256 h 256"/>
                  <a:gd name="T38" fmla="*/ 519 w 636"/>
                  <a:gd name="T39" fmla="*/ 256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36" h="256">
                    <a:moveTo>
                      <a:pt x="519" y="256"/>
                    </a:moveTo>
                    <a:cubicBezTo>
                      <a:pt x="519" y="166"/>
                      <a:pt x="519" y="166"/>
                      <a:pt x="519" y="166"/>
                    </a:cubicBezTo>
                    <a:cubicBezTo>
                      <a:pt x="547" y="181"/>
                      <a:pt x="547" y="181"/>
                      <a:pt x="547" y="181"/>
                    </a:cubicBezTo>
                    <a:cubicBezTo>
                      <a:pt x="556" y="185"/>
                      <a:pt x="565" y="188"/>
                      <a:pt x="575" y="191"/>
                    </a:cubicBezTo>
                    <a:cubicBezTo>
                      <a:pt x="585" y="194"/>
                      <a:pt x="595" y="195"/>
                      <a:pt x="605" y="195"/>
                    </a:cubicBezTo>
                    <a:cubicBezTo>
                      <a:pt x="622" y="195"/>
                      <a:pt x="629" y="192"/>
                      <a:pt x="632" y="190"/>
                    </a:cubicBezTo>
                    <a:cubicBezTo>
                      <a:pt x="633" y="189"/>
                      <a:pt x="636" y="187"/>
                      <a:pt x="636" y="177"/>
                    </a:cubicBezTo>
                    <a:cubicBezTo>
                      <a:pt x="636" y="172"/>
                      <a:pt x="634" y="171"/>
                      <a:pt x="632" y="170"/>
                    </a:cubicBezTo>
                    <a:cubicBezTo>
                      <a:pt x="628" y="168"/>
                      <a:pt x="619" y="165"/>
                      <a:pt x="596" y="165"/>
                    </a:cubicBezTo>
                    <a:cubicBezTo>
                      <a:pt x="557" y="165"/>
                      <a:pt x="557" y="165"/>
                      <a:pt x="557" y="165"/>
                    </a:cubicBezTo>
                    <a:cubicBezTo>
                      <a:pt x="557" y="87"/>
                      <a:pt x="557" y="87"/>
                      <a:pt x="557" y="87"/>
                    </a:cubicBezTo>
                    <a:cubicBezTo>
                      <a:pt x="512" y="20"/>
                      <a:pt x="512" y="20"/>
                      <a:pt x="512" y="20"/>
                    </a:cubicBezTo>
                    <a:cubicBezTo>
                      <a:pt x="527" y="9"/>
                      <a:pt x="527" y="9"/>
                      <a:pt x="527" y="9"/>
                    </a:cubicBezTo>
                    <a:cubicBezTo>
                      <a:pt x="531" y="6"/>
                      <a:pt x="536" y="3"/>
                      <a:pt x="541" y="0"/>
                    </a:cubicBezTo>
                    <a:cubicBezTo>
                      <a:pt x="128" y="0"/>
                      <a:pt x="128" y="0"/>
                      <a:pt x="128" y="0"/>
                    </a:cubicBezTo>
                    <a:cubicBezTo>
                      <a:pt x="58" y="0"/>
                      <a:pt x="0" y="58"/>
                      <a:pt x="0" y="128"/>
                    </a:cubicBezTo>
                    <a:cubicBezTo>
                      <a:pt x="0" y="128"/>
                      <a:pt x="0" y="128"/>
                      <a:pt x="0" y="128"/>
                    </a:cubicBezTo>
                    <a:cubicBezTo>
                      <a:pt x="0" y="199"/>
                      <a:pt x="58" y="256"/>
                      <a:pt x="128" y="256"/>
                    </a:cubicBezTo>
                    <a:cubicBezTo>
                      <a:pt x="520" y="256"/>
                      <a:pt x="520" y="256"/>
                      <a:pt x="520" y="256"/>
                    </a:cubicBezTo>
                    <a:lnTo>
                      <a:pt x="519" y="256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165100" dist="50800" dir="2700000" algn="tl" rotWithShape="0">
                  <a:schemeClr val="accent4">
                    <a:lumMod val="75000"/>
                    <a:alpha val="30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>
                  <a:lnSpc>
                    <a:spcPct val="150000"/>
                  </a:lnSpc>
                </a:pPr>
                <a:endParaRPr lang="ru-RU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" name="Freeform 52">
                <a:extLst>
                  <a:ext uri="{FF2B5EF4-FFF2-40B4-BE49-F238E27FC236}">
                    <a16:creationId xmlns:a16="http://schemas.microsoft.com/office/drawing/2014/main" id="{0B351FB7-D7F0-60C8-4229-5B3D4B3B7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6738" y="4457700"/>
                <a:ext cx="658813" cy="974725"/>
              </a:xfrm>
              <a:custGeom>
                <a:avLst/>
                <a:gdLst>
                  <a:gd name="T0" fmla="*/ 165 w 173"/>
                  <a:gd name="T1" fmla="*/ 60 h 256"/>
                  <a:gd name="T2" fmla="*/ 151 w 173"/>
                  <a:gd name="T3" fmla="*/ 99 h 256"/>
                  <a:gd name="T4" fmla="*/ 112 w 173"/>
                  <a:gd name="T5" fmla="*/ 122 h 256"/>
                  <a:gd name="T6" fmla="*/ 112 w 173"/>
                  <a:gd name="T7" fmla="*/ 123 h 256"/>
                  <a:gd name="T8" fmla="*/ 157 w 173"/>
                  <a:gd name="T9" fmla="*/ 141 h 256"/>
                  <a:gd name="T10" fmla="*/ 173 w 173"/>
                  <a:gd name="T11" fmla="*/ 180 h 256"/>
                  <a:gd name="T12" fmla="*/ 147 w 173"/>
                  <a:gd name="T13" fmla="*/ 236 h 256"/>
                  <a:gd name="T14" fmla="*/ 72 w 173"/>
                  <a:gd name="T15" fmla="*/ 256 h 256"/>
                  <a:gd name="T16" fmla="*/ 0 w 173"/>
                  <a:gd name="T17" fmla="*/ 243 h 256"/>
                  <a:gd name="T18" fmla="*/ 0 w 173"/>
                  <a:gd name="T19" fmla="*/ 198 h 256"/>
                  <a:gd name="T20" fmla="*/ 32 w 173"/>
                  <a:gd name="T21" fmla="*/ 210 h 256"/>
                  <a:gd name="T22" fmla="*/ 67 w 173"/>
                  <a:gd name="T23" fmla="*/ 215 h 256"/>
                  <a:gd name="T24" fmla="*/ 105 w 173"/>
                  <a:gd name="T25" fmla="*/ 206 h 256"/>
                  <a:gd name="T26" fmla="*/ 118 w 173"/>
                  <a:gd name="T27" fmla="*/ 177 h 256"/>
                  <a:gd name="T28" fmla="*/ 103 w 173"/>
                  <a:gd name="T29" fmla="*/ 152 h 256"/>
                  <a:gd name="T30" fmla="*/ 58 w 173"/>
                  <a:gd name="T31" fmla="*/ 145 h 256"/>
                  <a:gd name="T32" fmla="*/ 39 w 173"/>
                  <a:gd name="T33" fmla="*/ 145 h 256"/>
                  <a:gd name="T34" fmla="*/ 39 w 173"/>
                  <a:gd name="T35" fmla="*/ 105 h 256"/>
                  <a:gd name="T36" fmla="*/ 58 w 173"/>
                  <a:gd name="T37" fmla="*/ 105 h 256"/>
                  <a:gd name="T38" fmla="*/ 100 w 173"/>
                  <a:gd name="T39" fmla="*/ 97 h 256"/>
                  <a:gd name="T40" fmla="*/ 114 w 173"/>
                  <a:gd name="T41" fmla="*/ 71 h 256"/>
                  <a:gd name="T42" fmla="*/ 78 w 173"/>
                  <a:gd name="T43" fmla="*/ 43 h 256"/>
                  <a:gd name="T44" fmla="*/ 53 w 173"/>
                  <a:gd name="T45" fmla="*/ 47 h 256"/>
                  <a:gd name="T46" fmla="*/ 25 w 173"/>
                  <a:gd name="T47" fmla="*/ 61 h 256"/>
                  <a:gd name="T48" fmla="*/ 1 w 173"/>
                  <a:gd name="T49" fmla="*/ 25 h 256"/>
                  <a:gd name="T50" fmla="*/ 82 w 173"/>
                  <a:gd name="T51" fmla="*/ 0 h 256"/>
                  <a:gd name="T52" fmla="*/ 143 w 173"/>
                  <a:gd name="T53" fmla="*/ 16 h 256"/>
                  <a:gd name="T54" fmla="*/ 165 w 173"/>
                  <a:gd name="T55" fmla="*/ 6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73" h="256">
                    <a:moveTo>
                      <a:pt x="165" y="60"/>
                    </a:moveTo>
                    <a:cubicBezTo>
                      <a:pt x="165" y="75"/>
                      <a:pt x="161" y="88"/>
                      <a:pt x="151" y="99"/>
                    </a:cubicBezTo>
                    <a:cubicBezTo>
                      <a:pt x="142" y="110"/>
                      <a:pt x="129" y="118"/>
                      <a:pt x="112" y="122"/>
                    </a:cubicBezTo>
                    <a:cubicBezTo>
                      <a:pt x="112" y="123"/>
                      <a:pt x="112" y="123"/>
                      <a:pt x="112" y="123"/>
                    </a:cubicBezTo>
                    <a:cubicBezTo>
                      <a:pt x="132" y="125"/>
                      <a:pt x="147" y="131"/>
                      <a:pt x="157" y="141"/>
                    </a:cubicBezTo>
                    <a:cubicBezTo>
                      <a:pt x="168" y="151"/>
                      <a:pt x="173" y="164"/>
                      <a:pt x="173" y="180"/>
                    </a:cubicBezTo>
                    <a:cubicBezTo>
                      <a:pt x="173" y="204"/>
                      <a:pt x="164" y="223"/>
                      <a:pt x="147" y="236"/>
                    </a:cubicBezTo>
                    <a:cubicBezTo>
                      <a:pt x="129" y="250"/>
                      <a:pt x="104" y="256"/>
                      <a:pt x="72" y="256"/>
                    </a:cubicBezTo>
                    <a:cubicBezTo>
                      <a:pt x="45" y="256"/>
                      <a:pt x="21" y="252"/>
                      <a:pt x="0" y="243"/>
                    </a:cubicBezTo>
                    <a:cubicBezTo>
                      <a:pt x="0" y="198"/>
                      <a:pt x="0" y="198"/>
                      <a:pt x="0" y="198"/>
                    </a:cubicBezTo>
                    <a:cubicBezTo>
                      <a:pt x="10" y="203"/>
                      <a:pt x="21" y="207"/>
                      <a:pt x="32" y="210"/>
                    </a:cubicBezTo>
                    <a:cubicBezTo>
                      <a:pt x="44" y="213"/>
                      <a:pt x="55" y="215"/>
                      <a:pt x="67" y="215"/>
                    </a:cubicBezTo>
                    <a:cubicBezTo>
                      <a:pt x="84" y="215"/>
                      <a:pt x="97" y="212"/>
                      <a:pt x="105" y="206"/>
                    </a:cubicBezTo>
                    <a:cubicBezTo>
                      <a:pt x="113" y="200"/>
                      <a:pt x="118" y="190"/>
                      <a:pt x="118" y="177"/>
                    </a:cubicBezTo>
                    <a:cubicBezTo>
                      <a:pt x="118" y="166"/>
                      <a:pt x="113" y="157"/>
                      <a:pt x="103" y="152"/>
                    </a:cubicBezTo>
                    <a:cubicBezTo>
                      <a:pt x="94" y="148"/>
                      <a:pt x="78" y="145"/>
                      <a:pt x="58" y="145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05"/>
                      <a:pt x="39" y="105"/>
                      <a:pt x="39" y="105"/>
                    </a:cubicBezTo>
                    <a:cubicBezTo>
                      <a:pt x="58" y="105"/>
                      <a:pt x="58" y="105"/>
                      <a:pt x="58" y="105"/>
                    </a:cubicBezTo>
                    <a:cubicBezTo>
                      <a:pt x="77" y="105"/>
                      <a:pt x="91" y="102"/>
                      <a:pt x="100" y="97"/>
                    </a:cubicBezTo>
                    <a:cubicBezTo>
                      <a:pt x="109" y="92"/>
                      <a:pt x="114" y="83"/>
                      <a:pt x="114" y="71"/>
                    </a:cubicBezTo>
                    <a:cubicBezTo>
                      <a:pt x="114" y="52"/>
                      <a:pt x="102" y="43"/>
                      <a:pt x="78" y="43"/>
                    </a:cubicBezTo>
                    <a:cubicBezTo>
                      <a:pt x="70" y="43"/>
                      <a:pt x="62" y="44"/>
                      <a:pt x="53" y="47"/>
                    </a:cubicBezTo>
                    <a:cubicBezTo>
                      <a:pt x="45" y="50"/>
                      <a:pt x="35" y="54"/>
                      <a:pt x="25" y="61"/>
                    </a:cubicBezTo>
                    <a:cubicBezTo>
                      <a:pt x="1" y="25"/>
                      <a:pt x="1" y="25"/>
                      <a:pt x="1" y="25"/>
                    </a:cubicBezTo>
                    <a:cubicBezTo>
                      <a:pt x="23" y="9"/>
                      <a:pt x="50" y="0"/>
                      <a:pt x="82" y="0"/>
                    </a:cubicBezTo>
                    <a:cubicBezTo>
                      <a:pt x="108" y="0"/>
                      <a:pt x="128" y="6"/>
                      <a:pt x="143" y="16"/>
                    </a:cubicBezTo>
                    <a:cubicBezTo>
                      <a:pt x="158" y="26"/>
                      <a:pt x="165" y="41"/>
                      <a:pt x="165" y="60"/>
                    </a:cubicBez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165100" dist="50800" dir="2700000" algn="tl" rotWithShape="0">
                  <a:schemeClr val="accent4">
                    <a:lumMod val="75000"/>
                    <a:alpha val="30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x-none"/>
              </a:p>
            </p:txBody>
          </p:sp>
        </p:grpSp>
      </p:grpSp>
      <p:grpSp>
        <p:nvGrpSpPr>
          <p:cNvPr id="20" name="Group 67">
            <a:extLst>
              <a:ext uri="{FF2B5EF4-FFF2-40B4-BE49-F238E27FC236}">
                <a16:creationId xmlns:a16="http://schemas.microsoft.com/office/drawing/2014/main" id="{5E998B8E-EFFC-E40C-D98B-F7F46F8F6310}"/>
              </a:ext>
            </a:extLst>
          </p:cNvPr>
          <p:cNvGrpSpPr/>
          <p:nvPr/>
        </p:nvGrpSpPr>
        <p:grpSpPr>
          <a:xfrm>
            <a:off x="7282418" y="5193301"/>
            <a:ext cx="4845600" cy="1440000"/>
            <a:chOff x="8399463" y="4439412"/>
            <a:chExt cx="2709154" cy="1000951"/>
          </a:xfrm>
          <a:solidFill>
            <a:srgbClr val="9933FF"/>
          </a:solidFill>
        </p:grpSpPr>
        <p:sp>
          <p:nvSpPr>
            <p:cNvPr id="21" name="Freeform 54">
              <a:extLst>
                <a:ext uri="{FF2B5EF4-FFF2-40B4-BE49-F238E27FC236}">
                  <a16:creationId xmlns:a16="http://schemas.microsoft.com/office/drawing/2014/main" id="{31CC3489-EA51-4177-B8B1-CEA82043E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1967" y="4439412"/>
              <a:ext cx="2406650" cy="974725"/>
            </a:xfrm>
            <a:custGeom>
              <a:avLst/>
              <a:gdLst>
                <a:gd name="T0" fmla="*/ 504 w 632"/>
                <a:gd name="T1" fmla="*/ 0 h 256"/>
                <a:gd name="T2" fmla="*/ 96 w 632"/>
                <a:gd name="T3" fmla="*/ 0 h 256"/>
                <a:gd name="T4" fmla="*/ 96 w 632"/>
                <a:gd name="T5" fmla="*/ 69 h 256"/>
                <a:gd name="T6" fmla="*/ 72 w 632"/>
                <a:gd name="T7" fmla="*/ 63 h 256"/>
                <a:gd name="T8" fmla="*/ 46 w 632"/>
                <a:gd name="T9" fmla="*/ 60 h 256"/>
                <a:gd name="T10" fmla="*/ 10 w 632"/>
                <a:gd name="T11" fmla="*/ 67 h 256"/>
                <a:gd name="T12" fmla="*/ 0 w 632"/>
                <a:gd name="T13" fmla="*/ 73 h 256"/>
                <a:gd name="T14" fmla="*/ 22 w 632"/>
                <a:gd name="T15" fmla="*/ 71 h 256"/>
                <a:gd name="T16" fmla="*/ 90 w 632"/>
                <a:gd name="T17" fmla="*/ 98 h 256"/>
                <a:gd name="T18" fmla="*/ 114 w 632"/>
                <a:gd name="T19" fmla="*/ 170 h 256"/>
                <a:gd name="T20" fmla="*/ 85 w 632"/>
                <a:gd name="T21" fmla="*/ 248 h 256"/>
                <a:gd name="T22" fmla="*/ 76 w 632"/>
                <a:gd name="T23" fmla="*/ 256 h 256"/>
                <a:gd name="T24" fmla="*/ 504 w 632"/>
                <a:gd name="T25" fmla="*/ 256 h 256"/>
                <a:gd name="T26" fmla="*/ 632 w 632"/>
                <a:gd name="T27" fmla="*/ 128 h 256"/>
                <a:gd name="T28" fmla="*/ 632 w 632"/>
                <a:gd name="T29" fmla="*/ 128 h 256"/>
                <a:gd name="T30" fmla="*/ 504 w 632"/>
                <a:gd name="T31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32" h="256">
                  <a:moveTo>
                    <a:pt x="504" y="0"/>
                  </a:moveTo>
                  <a:cubicBezTo>
                    <a:pt x="96" y="0"/>
                    <a:pt x="96" y="0"/>
                    <a:pt x="96" y="0"/>
                  </a:cubicBezTo>
                  <a:cubicBezTo>
                    <a:pt x="96" y="69"/>
                    <a:pt x="96" y="69"/>
                    <a:pt x="96" y="69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63" y="61"/>
                    <a:pt x="54" y="60"/>
                    <a:pt x="46" y="60"/>
                  </a:cubicBezTo>
                  <a:cubicBezTo>
                    <a:pt x="31" y="60"/>
                    <a:pt x="18" y="63"/>
                    <a:pt x="10" y="67"/>
                  </a:cubicBezTo>
                  <a:cubicBezTo>
                    <a:pt x="6" y="69"/>
                    <a:pt x="3" y="71"/>
                    <a:pt x="0" y="73"/>
                  </a:cubicBezTo>
                  <a:cubicBezTo>
                    <a:pt x="7" y="71"/>
                    <a:pt x="14" y="71"/>
                    <a:pt x="22" y="71"/>
                  </a:cubicBezTo>
                  <a:cubicBezTo>
                    <a:pt x="50" y="71"/>
                    <a:pt x="73" y="80"/>
                    <a:pt x="90" y="98"/>
                  </a:cubicBezTo>
                  <a:cubicBezTo>
                    <a:pt x="106" y="116"/>
                    <a:pt x="114" y="140"/>
                    <a:pt x="114" y="170"/>
                  </a:cubicBezTo>
                  <a:cubicBezTo>
                    <a:pt x="114" y="202"/>
                    <a:pt x="104" y="228"/>
                    <a:pt x="85" y="248"/>
                  </a:cubicBezTo>
                  <a:cubicBezTo>
                    <a:pt x="82" y="251"/>
                    <a:pt x="79" y="254"/>
                    <a:pt x="76" y="256"/>
                  </a:cubicBezTo>
                  <a:cubicBezTo>
                    <a:pt x="504" y="256"/>
                    <a:pt x="504" y="256"/>
                    <a:pt x="504" y="256"/>
                  </a:cubicBezTo>
                  <a:cubicBezTo>
                    <a:pt x="574" y="256"/>
                    <a:pt x="632" y="199"/>
                    <a:pt x="632" y="128"/>
                  </a:cubicBezTo>
                  <a:cubicBezTo>
                    <a:pt x="632" y="128"/>
                    <a:pt x="632" y="128"/>
                    <a:pt x="632" y="128"/>
                  </a:cubicBezTo>
                  <a:cubicBezTo>
                    <a:pt x="632" y="58"/>
                    <a:pt x="574" y="0"/>
                    <a:pt x="504" y="0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endParaRPr lang="ru-RU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Freeform 55">
              <a:extLst>
                <a:ext uri="{FF2B5EF4-FFF2-40B4-BE49-F238E27FC236}">
                  <a16:creationId xmlns:a16="http://schemas.microsoft.com/office/drawing/2014/main" id="{AC75C715-0B56-BF23-1149-6DAADC809DE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99463" y="4454525"/>
              <a:ext cx="677863" cy="985838"/>
            </a:xfrm>
            <a:custGeom>
              <a:avLst/>
              <a:gdLst>
                <a:gd name="T0" fmla="*/ 0 w 178"/>
                <a:gd name="T1" fmla="*/ 148 h 259"/>
                <a:gd name="T2" fmla="*/ 32 w 178"/>
                <a:gd name="T3" fmla="*/ 37 h 259"/>
                <a:gd name="T4" fmla="*/ 126 w 178"/>
                <a:gd name="T5" fmla="*/ 0 h 259"/>
                <a:gd name="T6" fmla="*/ 160 w 178"/>
                <a:gd name="T7" fmla="*/ 3 h 259"/>
                <a:gd name="T8" fmla="*/ 160 w 178"/>
                <a:gd name="T9" fmla="*/ 45 h 259"/>
                <a:gd name="T10" fmla="*/ 130 w 178"/>
                <a:gd name="T11" fmla="*/ 42 h 259"/>
                <a:gd name="T12" fmla="*/ 85 w 178"/>
                <a:gd name="T13" fmla="*/ 50 h 259"/>
                <a:gd name="T14" fmla="*/ 59 w 178"/>
                <a:gd name="T15" fmla="*/ 75 h 259"/>
                <a:gd name="T16" fmla="*/ 49 w 178"/>
                <a:gd name="T17" fmla="*/ 121 h 259"/>
                <a:gd name="T18" fmla="*/ 51 w 178"/>
                <a:gd name="T19" fmla="*/ 121 h 259"/>
                <a:gd name="T20" fmla="*/ 106 w 178"/>
                <a:gd name="T21" fmla="*/ 91 h 259"/>
                <a:gd name="T22" fmla="*/ 159 w 178"/>
                <a:gd name="T23" fmla="*/ 113 h 259"/>
                <a:gd name="T24" fmla="*/ 178 w 178"/>
                <a:gd name="T25" fmla="*/ 171 h 259"/>
                <a:gd name="T26" fmla="*/ 155 w 178"/>
                <a:gd name="T27" fmla="*/ 235 h 259"/>
                <a:gd name="T28" fmla="*/ 92 w 178"/>
                <a:gd name="T29" fmla="*/ 259 h 259"/>
                <a:gd name="T30" fmla="*/ 43 w 178"/>
                <a:gd name="T31" fmla="*/ 246 h 259"/>
                <a:gd name="T32" fmla="*/ 11 w 178"/>
                <a:gd name="T33" fmla="*/ 208 h 259"/>
                <a:gd name="T34" fmla="*/ 0 w 178"/>
                <a:gd name="T35" fmla="*/ 148 h 259"/>
                <a:gd name="T36" fmla="*/ 91 w 178"/>
                <a:gd name="T37" fmla="*/ 216 h 259"/>
                <a:gd name="T38" fmla="*/ 117 w 178"/>
                <a:gd name="T39" fmla="*/ 205 h 259"/>
                <a:gd name="T40" fmla="*/ 126 w 178"/>
                <a:gd name="T41" fmla="*/ 172 h 259"/>
                <a:gd name="T42" fmla="*/ 118 w 178"/>
                <a:gd name="T43" fmla="*/ 143 h 259"/>
                <a:gd name="T44" fmla="*/ 92 w 178"/>
                <a:gd name="T45" fmla="*/ 132 h 259"/>
                <a:gd name="T46" fmla="*/ 64 w 178"/>
                <a:gd name="T47" fmla="*/ 143 h 259"/>
                <a:gd name="T48" fmla="*/ 53 w 178"/>
                <a:gd name="T49" fmla="*/ 167 h 259"/>
                <a:gd name="T50" fmla="*/ 64 w 178"/>
                <a:gd name="T51" fmla="*/ 202 h 259"/>
                <a:gd name="T52" fmla="*/ 91 w 178"/>
                <a:gd name="T53" fmla="*/ 216 h 2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78" h="259">
                  <a:moveTo>
                    <a:pt x="0" y="148"/>
                  </a:moveTo>
                  <a:cubicBezTo>
                    <a:pt x="0" y="98"/>
                    <a:pt x="11" y="61"/>
                    <a:pt x="32" y="37"/>
                  </a:cubicBezTo>
                  <a:cubicBezTo>
                    <a:pt x="53" y="12"/>
                    <a:pt x="84" y="0"/>
                    <a:pt x="126" y="0"/>
                  </a:cubicBezTo>
                  <a:cubicBezTo>
                    <a:pt x="141" y="0"/>
                    <a:pt x="152" y="1"/>
                    <a:pt x="160" y="3"/>
                  </a:cubicBezTo>
                  <a:cubicBezTo>
                    <a:pt x="160" y="45"/>
                    <a:pt x="160" y="45"/>
                    <a:pt x="160" y="45"/>
                  </a:cubicBezTo>
                  <a:cubicBezTo>
                    <a:pt x="150" y="43"/>
                    <a:pt x="140" y="42"/>
                    <a:pt x="130" y="42"/>
                  </a:cubicBezTo>
                  <a:cubicBezTo>
                    <a:pt x="112" y="42"/>
                    <a:pt x="97" y="45"/>
                    <a:pt x="85" y="50"/>
                  </a:cubicBezTo>
                  <a:cubicBezTo>
                    <a:pt x="74" y="56"/>
                    <a:pt x="65" y="64"/>
                    <a:pt x="59" y="75"/>
                  </a:cubicBezTo>
                  <a:cubicBezTo>
                    <a:pt x="53" y="85"/>
                    <a:pt x="50" y="101"/>
                    <a:pt x="49" y="121"/>
                  </a:cubicBezTo>
                  <a:cubicBezTo>
                    <a:pt x="51" y="121"/>
                    <a:pt x="51" y="121"/>
                    <a:pt x="51" y="121"/>
                  </a:cubicBezTo>
                  <a:cubicBezTo>
                    <a:pt x="63" y="101"/>
                    <a:pt x="81" y="91"/>
                    <a:pt x="106" y="91"/>
                  </a:cubicBezTo>
                  <a:cubicBezTo>
                    <a:pt x="128" y="91"/>
                    <a:pt x="146" y="98"/>
                    <a:pt x="159" y="113"/>
                  </a:cubicBezTo>
                  <a:cubicBezTo>
                    <a:pt x="172" y="127"/>
                    <a:pt x="178" y="146"/>
                    <a:pt x="178" y="171"/>
                  </a:cubicBezTo>
                  <a:cubicBezTo>
                    <a:pt x="178" y="198"/>
                    <a:pt x="170" y="219"/>
                    <a:pt x="155" y="235"/>
                  </a:cubicBezTo>
                  <a:cubicBezTo>
                    <a:pt x="140" y="251"/>
                    <a:pt x="119" y="259"/>
                    <a:pt x="92" y="259"/>
                  </a:cubicBezTo>
                  <a:cubicBezTo>
                    <a:pt x="73" y="259"/>
                    <a:pt x="57" y="254"/>
                    <a:pt x="43" y="246"/>
                  </a:cubicBezTo>
                  <a:cubicBezTo>
                    <a:pt x="30" y="237"/>
                    <a:pt x="19" y="225"/>
                    <a:pt x="11" y="208"/>
                  </a:cubicBezTo>
                  <a:cubicBezTo>
                    <a:pt x="4" y="191"/>
                    <a:pt x="0" y="171"/>
                    <a:pt x="0" y="148"/>
                  </a:cubicBezTo>
                  <a:close/>
                  <a:moveTo>
                    <a:pt x="91" y="216"/>
                  </a:moveTo>
                  <a:cubicBezTo>
                    <a:pt x="102" y="216"/>
                    <a:pt x="111" y="212"/>
                    <a:pt x="117" y="205"/>
                  </a:cubicBezTo>
                  <a:cubicBezTo>
                    <a:pt x="123" y="197"/>
                    <a:pt x="126" y="186"/>
                    <a:pt x="126" y="172"/>
                  </a:cubicBezTo>
                  <a:cubicBezTo>
                    <a:pt x="126" y="160"/>
                    <a:pt x="124" y="150"/>
                    <a:pt x="118" y="143"/>
                  </a:cubicBezTo>
                  <a:cubicBezTo>
                    <a:pt x="112" y="136"/>
                    <a:pt x="104" y="132"/>
                    <a:pt x="92" y="132"/>
                  </a:cubicBezTo>
                  <a:cubicBezTo>
                    <a:pt x="81" y="132"/>
                    <a:pt x="72" y="136"/>
                    <a:pt x="64" y="143"/>
                  </a:cubicBezTo>
                  <a:cubicBezTo>
                    <a:pt x="57" y="150"/>
                    <a:pt x="53" y="158"/>
                    <a:pt x="53" y="167"/>
                  </a:cubicBezTo>
                  <a:cubicBezTo>
                    <a:pt x="53" y="181"/>
                    <a:pt x="57" y="193"/>
                    <a:pt x="64" y="202"/>
                  </a:cubicBezTo>
                  <a:cubicBezTo>
                    <a:pt x="71" y="211"/>
                    <a:pt x="80" y="216"/>
                    <a:pt x="91" y="216"/>
                  </a:cubicBezTo>
                  <a:close/>
                </a:path>
              </a:pathLst>
            </a:custGeom>
            <a:grpFill/>
            <a:ln>
              <a:noFill/>
            </a:ln>
            <a:effectLst>
              <a:outerShdw blurRad="165100" dist="50800" dir="2700000" algn="tl" rotWithShape="0">
                <a:schemeClr val="accent4">
                  <a:lumMod val="75000"/>
                  <a:alpha val="30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x-none"/>
            </a:p>
          </p:txBody>
        </p:sp>
      </p:grpSp>
      <p:sp>
        <p:nvSpPr>
          <p:cNvPr id="23" name="Овал 22">
            <a:extLst>
              <a:ext uri="{FF2B5EF4-FFF2-40B4-BE49-F238E27FC236}">
                <a16:creationId xmlns:a16="http://schemas.microsoft.com/office/drawing/2014/main" id="{73F309F5-AD07-DCF8-F5C5-B5D3E35BE2C5}"/>
              </a:ext>
            </a:extLst>
          </p:cNvPr>
          <p:cNvSpPr/>
          <p:nvPr/>
        </p:nvSpPr>
        <p:spPr>
          <a:xfrm>
            <a:off x="8238326" y="5068473"/>
            <a:ext cx="4092197" cy="1750657"/>
          </a:xfrm>
          <a:prstGeom prst="ellipse">
            <a:avLst/>
          </a:prstGeom>
          <a:solidFill>
            <a:schemeClr val="bg1">
              <a:alpha val="52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94469E33-B945-78BF-075A-E511A980700C}"/>
              </a:ext>
            </a:extLst>
          </p:cNvPr>
          <p:cNvSpPr/>
          <p:nvPr/>
        </p:nvSpPr>
        <p:spPr>
          <a:xfrm>
            <a:off x="-104398" y="5118481"/>
            <a:ext cx="4092198" cy="1739520"/>
          </a:xfrm>
          <a:prstGeom prst="ellipse">
            <a:avLst/>
          </a:prstGeom>
          <a:solidFill>
            <a:schemeClr val="bg1">
              <a:alpha val="52000"/>
            </a:schemeClr>
          </a:solidFill>
          <a:ln>
            <a:noFill/>
          </a:ln>
          <a:effectLst>
            <a:softEdge rad="3175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DFEB58-F6F5-794B-F1FB-7658826243E3}"/>
              </a:ext>
            </a:extLst>
          </p:cNvPr>
          <p:cNvSpPr txBox="1"/>
          <p:nvPr/>
        </p:nvSpPr>
        <p:spPr>
          <a:xfrm>
            <a:off x="34685" y="5258231"/>
            <a:ext cx="37211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Большое </a:t>
            </a:r>
          </a:p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количество клонов</a:t>
            </a:r>
            <a:endParaRPr lang="ru-RU" sz="28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F750E3-F886-9F0A-D999-28CFCC703F22}"/>
              </a:ext>
            </a:extLst>
          </p:cNvPr>
          <p:cNvSpPr txBox="1"/>
          <p:nvPr/>
        </p:nvSpPr>
        <p:spPr>
          <a:xfrm>
            <a:off x="7956886" y="5406835"/>
            <a:ext cx="3994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90 % средств </a:t>
            </a:r>
          </a:p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идёт в маркетинг</a:t>
            </a:r>
            <a:endParaRPr lang="ru-RU" sz="2800" b="1" dirty="0"/>
          </a:p>
        </p:txBody>
      </p:sp>
    </p:spTree>
    <p:extLst>
      <p:ext uri="{BB962C8B-B14F-4D97-AF65-F5344CB8AC3E}">
        <p14:creationId xmlns:p14="http://schemas.microsoft.com/office/powerpoint/2010/main" val="725912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0">
            <a:extLst>
              <a:ext uri="{FF2B5EF4-FFF2-40B4-BE49-F238E27FC236}">
                <a16:creationId xmlns:a16="http://schemas.microsoft.com/office/drawing/2014/main" id="{B8EDFC0D-0B05-61BE-61B4-8D90B3E84DEA}"/>
              </a:ext>
            </a:extLst>
          </p:cNvPr>
          <p:cNvSpPr/>
          <p:nvPr/>
        </p:nvSpPr>
        <p:spPr>
          <a:xfrm rot="5400000">
            <a:off x="6834187" y="1309692"/>
            <a:ext cx="5657850" cy="5057774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4" name="Rectangle: Rounded Corners 33">
            <a:extLst>
              <a:ext uri="{FF2B5EF4-FFF2-40B4-BE49-F238E27FC236}">
                <a16:creationId xmlns:a16="http://schemas.microsoft.com/office/drawing/2014/main" id="{2C69BB59-E70E-E296-D124-D1210F166346}"/>
              </a:ext>
            </a:extLst>
          </p:cNvPr>
          <p:cNvSpPr/>
          <p:nvPr/>
        </p:nvSpPr>
        <p:spPr>
          <a:xfrm>
            <a:off x="7153275" y="1219200"/>
            <a:ext cx="1358967" cy="1333695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4B4B029-0697-6416-6813-3050385ABE19}"/>
              </a:ext>
            </a:extLst>
          </p:cNvPr>
          <p:cNvSpPr/>
          <p:nvPr/>
        </p:nvSpPr>
        <p:spPr>
          <a:xfrm>
            <a:off x="0" y="0"/>
            <a:ext cx="7128588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 prst="angle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>
                <a:ln w="11430"/>
                <a:solidFill>
                  <a:srgbClr val="33CC3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   </a:t>
            </a:r>
            <a:r>
              <a:rPr lang="ru-RU" sz="5400" b="1" dirty="0">
                <a:ln w="11430"/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1 уровень</a:t>
            </a:r>
            <a:endParaRPr lang="ru-RU" sz="5400" b="1" cap="none" spc="0" dirty="0">
              <a:ln w="11430"/>
              <a:gradFill>
                <a:gsLst>
                  <a:gs pos="34000">
                    <a:srgbClr val="9933FF"/>
                  </a:gs>
                  <a:gs pos="65000">
                    <a:srgbClr val="CC99FF"/>
                  </a:gs>
                </a:gsLst>
                <a:lin ang="5400000" scaled="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DB1F5BC-68ED-17EE-0D13-9F793D8A0B7E}"/>
              </a:ext>
            </a:extLst>
          </p:cNvPr>
          <p:cNvSpPr/>
          <p:nvPr/>
        </p:nvSpPr>
        <p:spPr>
          <a:xfrm>
            <a:off x="9177988" y="153734"/>
            <a:ext cx="2573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37726D-BCFC-DA4B-02C6-19BFD2D1D93F}"/>
              </a:ext>
            </a:extLst>
          </p:cNvPr>
          <p:cNvSpPr txBox="1"/>
          <p:nvPr/>
        </p:nvSpPr>
        <p:spPr>
          <a:xfrm>
            <a:off x="6395746" y="1412696"/>
            <a:ext cx="66441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              Активация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28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25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–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вход в проект</a:t>
            </a:r>
          </a:p>
          <a:p>
            <a:pPr algn="ctr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3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на развитие проекта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1 место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выплата </a:t>
            </a:r>
            <a:r>
              <a:rPr lang="ru-RU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25 </a:t>
            </a:r>
            <a:r>
              <a:rPr lang="en-US" sz="2400" b="1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en-US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b="1" dirty="0">
              <a:solidFill>
                <a:srgbClr val="6600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          </a:t>
            </a:r>
          </a:p>
          <a:p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          2+3+4 место</a:t>
            </a:r>
            <a:r>
              <a:rPr lang="ru-RU" sz="24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переход во 2 уровень</a:t>
            </a:r>
            <a:endParaRPr lang="ru-RU" sz="2400" dirty="0"/>
          </a:p>
        </p:txBody>
      </p: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48FC3D08-BEA1-AB87-9D31-E10940FD126D}"/>
              </a:ext>
            </a:extLst>
          </p:cNvPr>
          <p:cNvGrpSpPr/>
          <p:nvPr/>
        </p:nvGrpSpPr>
        <p:grpSpPr>
          <a:xfrm>
            <a:off x="-66052" y="923330"/>
            <a:ext cx="6416606" cy="5796017"/>
            <a:chOff x="599227" y="941135"/>
            <a:chExt cx="6416606" cy="5796017"/>
          </a:xfrm>
        </p:grpSpPr>
        <p:pic>
          <p:nvPicPr>
            <p:cNvPr id="71" name="Рисунок 70">
              <a:extLst>
                <a:ext uri="{FF2B5EF4-FFF2-40B4-BE49-F238E27FC236}">
                  <a16:creationId xmlns:a16="http://schemas.microsoft.com/office/drawing/2014/main" id="{99355B76-AC00-6A22-9F88-4243AAC47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6065" y="941135"/>
              <a:ext cx="1399257" cy="1399257"/>
            </a:xfrm>
            <a:prstGeom prst="rect">
              <a:avLst/>
            </a:prstGeom>
          </p:spPr>
        </p:pic>
        <p:grpSp>
          <p:nvGrpSpPr>
            <p:cNvPr id="72" name="Группа 71">
              <a:extLst>
                <a:ext uri="{FF2B5EF4-FFF2-40B4-BE49-F238E27FC236}">
                  <a16:creationId xmlns:a16="http://schemas.microsoft.com/office/drawing/2014/main" id="{945DFDD1-6889-5EB8-714E-850E78EAFDB2}"/>
                </a:ext>
              </a:extLst>
            </p:cNvPr>
            <p:cNvGrpSpPr/>
            <p:nvPr/>
          </p:nvGrpSpPr>
          <p:grpSpPr>
            <a:xfrm>
              <a:off x="599227" y="1315107"/>
              <a:ext cx="6416606" cy="5422045"/>
              <a:chOff x="599227" y="1315107"/>
              <a:chExt cx="6416606" cy="5422045"/>
            </a:xfrm>
          </p:grpSpPr>
          <p:grpSp>
            <p:nvGrpSpPr>
              <p:cNvPr id="73" name="Группа 266">
                <a:extLst>
                  <a:ext uri="{FF2B5EF4-FFF2-40B4-BE49-F238E27FC236}">
                    <a16:creationId xmlns:a16="http://schemas.microsoft.com/office/drawing/2014/main" id="{27ADE957-C601-551B-D90D-3DF352F9FB41}"/>
                  </a:ext>
                </a:extLst>
              </p:cNvPr>
              <p:cNvGrpSpPr/>
              <p:nvPr/>
            </p:nvGrpSpPr>
            <p:grpSpPr>
              <a:xfrm>
                <a:off x="915594" y="2178187"/>
                <a:ext cx="5802710" cy="4008007"/>
                <a:chOff x="915594" y="2200534"/>
                <a:chExt cx="5802710" cy="4072122"/>
              </a:xfrm>
            </p:grpSpPr>
            <p:grpSp>
              <p:nvGrpSpPr>
                <p:cNvPr id="82" name="Группа 250">
                  <a:extLst>
                    <a:ext uri="{FF2B5EF4-FFF2-40B4-BE49-F238E27FC236}">
                      <a16:creationId xmlns:a16="http://schemas.microsoft.com/office/drawing/2014/main" id="{60BA892E-ED5A-A456-9252-50357B664A1C}"/>
                    </a:ext>
                  </a:extLst>
                </p:cNvPr>
                <p:cNvGrpSpPr/>
                <p:nvPr/>
              </p:nvGrpSpPr>
              <p:grpSpPr>
                <a:xfrm>
                  <a:off x="1302571" y="2200534"/>
                  <a:ext cx="4989665" cy="1812583"/>
                  <a:chOff x="1377430" y="2334298"/>
                  <a:chExt cx="5503213" cy="1983413"/>
                </a:xfrm>
              </p:grpSpPr>
              <p:cxnSp>
                <p:nvCxnSpPr>
                  <p:cNvPr id="88" name="Соединительная линия уступом 215">
                    <a:extLst>
                      <a:ext uri="{FF2B5EF4-FFF2-40B4-BE49-F238E27FC236}">
                        <a16:creationId xmlns:a16="http://schemas.microsoft.com/office/drawing/2014/main" id="{02DBB5CE-0051-AE26-A6D3-B8C7146C341F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3031312" y="1665368"/>
                    <a:ext cx="395149" cy="1735711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9" name="Соединительная линия уступом 221">
                    <a:extLst>
                      <a:ext uri="{FF2B5EF4-FFF2-40B4-BE49-F238E27FC236}">
                        <a16:creationId xmlns:a16="http://schemas.microsoft.com/office/drawing/2014/main" id="{13720284-F40C-7BB8-010C-0C0C748DAA2A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4770000" y="1664698"/>
                    <a:ext cx="396000" cy="17352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0" name="Группа 238">
                    <a:extLst>
                      <a:ext uri="{FF2B5EF4-FFF2-40B4-BE49-F238E27FC236}">
                        <a16:creationId xmlns:a16="http://schemas.microsoft.com/office/drawing/2014/main" id="{845378B0-5775-431E-E61E-F45CBA742AEB}"/>
                      </a:ext>
                    </a:extLst>
                  </p:cNvPr>
                  <p:cNvGrpSpPr/>
                  <p:nvPr/>
                </p:nvGrpSpPr>
                <p:grpSpPr>
                  <a:xfrm>
                    <a:off x="1377430" y="3930547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94" name="Соединительная линия уступом 232">
                      <a:extLst>
                        <a:ext uri="{FF2B5EF4-FFF2-40B4-BE49-F238E27FC236}">
                          <a16:creationId xmlns:a16="http://schemas.microsoft.com/office/drawing/2014/main" id="{D5A3978D-E863-A82F-87B3-D1DA97A350C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5" name="Соединительная линия уступом 235">
                      <a:extLst>
                        <a:ext uri="{FF2B5EF4-FFF2-40B4-BE49-F238E27FC236}">
                          <a16:creationId xmlns:a16="http://schemas.microsoft.com/office/drawing/2014/main" id="{FC6267C3-6596-CE96-098B-83B5528D60BB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91" name="Группа 238">
                    <a:extLst>
                      <a:ext uri="{FF2B5EF4-FFF2-40B4-BE49-F238E27FC236}">
                        <a16:creationId xmlns:a16="http://schemas.microsoft.com/office/drawing/2014/main" id="{72F60069-D819-63C2-0650-B2B1CC7262B0}"/>
                      </a:ext>
                    </a:extLst>
                  </p:cNvPr>
                  <p:cNvGrpSpPr/>
                  <p:nvPr/>
                </p:nvGrpSpPr>
                <p:grpSpPr>
                  <a:xfrm>
                    <a:off x="4855901" y="3925798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92" name="Соединительная линия уступом 247">
                      <a:extLst>
                        <a:ext uri="{FF2B5EF4-FFF2-40B4-BE49-F238E27FC236}">
                          <a16:creationId xmlns:a16="http://schemas.microsoft.com/office/drawing/2014/main" id="{077374FB-93AE-A5A3-DB97-3D7D0002D587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3" name="Соединительная линия уступом 248">
                      <a:extLst>
                        <a:ext uri="{FF2B5EF4-FFF2-40B4-BE49-F238E27FC236}">
                          <a16:creationId xmlns:a16="http://schemas.microsoft.com/office/drawing/2014/main" id="{8C9407A6-C695-EACF-A892-E6D299DD59AD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83" name="6-конечная звезда 261">
                  <a:extLst>
                    <a:ext uri="{FF2B5EF4-FFF2-40B4-BE49-F238E27FC236}">
                      <a16:creationId xmlns:a16="http://schemas.microsoft.com/office/drawing/2014/main" id="{DDDD3A1E-7E0C-293F-E2C0-4F6A9E2174BF}"/>
                    </a:ext>
                  </a:extLst>
                </p:cNvPr>
                <p:cNvSpPr/>
                <p:nvPr/>
              </p:nvSpPr>
              <p:spPr>
                <a:xfrm>
                  <a:off x="915594" y="522376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84" name="6-конечная звезда 262">
                  <a:extLst>
                    <a:ext uri="{FF2B5EF4-FFF2-40B4-BE49-F238E27FC236}">
                      <a16:creationId xmlns:a16="http://schemas.microsoft.com/office/drawing/2014/main" id="{4FDE54A5-4657-FD27-64D8-D46A43576322}"/>
                    </a:ext>
                  </a:extLst>
                </p:cNvPr>
                <p:cNvSpPr/>
                <p:nvPr/>
              </p:nvSpPr>
              <p:spPr>
                <a:xfrm>
                  <a:off x="2830286" y="5228252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85" name="6-конечная звезда 263">
                  <a:extLst>
                    <a:ext uri="{FF2B5EF4-FFF2-40B4-BE49-F238E27FC236}">
                      <a16:creationId xmlns:a16="http://schemas.microsoft.com/office/drawing/2014/main" id="{6230B5F1-7B35-97F5-8061-C79417719D98}"/>
                    </a:ext>
                  </a:extLst>
                </p:cNvPr>
                <p:cNvSpPr/>
                <p:nvPr/>
              </p:nvSpPr>
              <p:spPr>
                <a:xfrm>
                  <a:off x="4156855" y="5244863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86" name="6-конечная звезда 264">
                  <a:extLst>
                    <a:ext uri="{FF2B5EF4-FFF2-40B4-BE49-F238E27FC236}">
                      <a16:creationId xmlns:a16="http://schemas.microsoft.com/office/drawing/2014/main" id="{EF61B458-3BBB-3B69-C675-9615520847CC}"/>
                    </a:ext>
                  </a:extLst>
                </p:cNvPr>
                <p:cNvSpPr/>
                <p:nvPr/>
              </p:nvSpPr>
              <p:spPr>
                <a:xfrm>
                  <a:off x="6008914" y="525313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87" name="Левая фигурная скобка 86">
                  <a:extLst>
                    <a:ext uri="{FF2B5EF4-FFF2-40B4-BE49-F238E27FC236}">
                      <a16:creationId xmlns:a16="http://schemas.microsoft.com/office/drawing/2014/main" id="{1C7D9069-3E1D-7BB6-38BF-FE306FEDEC16}"/>
                    </a:ext>
                  </a:extLst>
                </p:cNvPr>
                <p:cNvSpPr/>
                <p:nvPr/>
              </p:nvSpPr>
              <p:spPr>
                <a:xfrm rot="16200000">
                  <a:off x="4437862" y="3992215"/>
                  <a:ext cx="458779" cy="4102104"/>
                </a:xfrm>
                <a:prstGeom prst="leftBrac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74" name="Прямоугольник 73">
                <a:extLst>
                  <a:ext uri="{FF2B5EF4-FFF2-40B4-BE49-F238E27FC236}">
                    <a16:creationId xmlns:a16="http://schemas.microsoft.com/office/drawing/2014/main" id="{5F621368-B387-ABC1-9F1D-907BDA8707F0}"/>
                  </a:ext>
                </a:extLst>
              </p:cNvPr>
              <p:cNvSpPr/>
              <p:nvPr/>
            </p:nvSpPr>
            <p:spPr>
              <a:xfrm>
                <a:off x="4595439" y="6213932"/>
                <a:ext cx="1810112" cy="523220"/>
              </a:xfrm>
              <a:prstGeom prst="rect">
                <a:avLst/>
              </a:prstGeom>
              <a:gradFill>
                <a:gsLst>
                  <a:gs pos="100000">
                    <a:srgbClr val="FF3399"/>
                  </a:gs>
                  <a:gs pos="86000">
                    <a:srgbClr val="FF33CC"/>
                  </a:gs>
                  <a:gs pos="19000">
                    <a:srgbClr val="FF66FF"/>
                  </a:gs>
                </a:gsLst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75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Прямоугольник 74">
                <a:extLst>
                  <a:ext uri="{FF2B5EF4-FFF2-40B4-BE49-F238E27FC236}">
                    <a16:creationId xmlns:a16="http://schemas.microsoft.com/office/drawing/2014/main" id="{13CCBB69-F0BB-F3EC-5CAF-AD3B52C703B6}"/>
                  </a:ext>
                </a:extLst>
              </p:cNvPr>
              <p:cNvSpPr/>
              <p:nvPr/>
            </p:nvSpPr>
            <p:spPr>
              <a:xfrm>
                <a:off x="4401634" y="1315107"/>
                <a:ext cx="1984587" cy="523220"/>
              </a:xfrm>
              <a:prstGeom prst="rect">
                <a:avLst/>
              </a:prstGeom>
              <a:gradFill>
                <a:gsLst>
                  <a:gs pos="96000">
                    <a:srgbClr val="FF3399"/>
                  </a:gs>
                  <a:gs pos="41000">
                    <a:srgbClr val="FF66FF"/>
                  </a:gs>
                  <a:gs pos="19000">
                    <a:srgbClr val="FF66FF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28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76" name="Рисунок 75">
                <a:extLst>
                  <a:ext uri="{FF2B5EF4-FFF2-40B4-BE49-F238E27FC236}">
                    <a16:creationId xmlns:a16="http://schemas.microsoft.com/office/drawing/2014/main" id="{27F3BAFE-F9EA-CEA7-AF10-6D7F7F55F6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6193" y="237787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77" name="Рисунок 76">
                <a:extLst>
                  <a:ext uri="{FF2B5EF4-FFF2-40B4-BE49-F238E27FC236}">
                    <a16:creationId xmlns:a16="http://schemas.microsoft.com/office/drawing/2014/main" id="{D0129BE1-7F0F-7DE8-A812-38E0E6DDB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0761" y="2401623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78" name="Рисунок 77">
                <a:extLst>
                  <a:ext uri="{FF2B5EF4-FFF2-40B4-BE49-F238E27FC236}">
                    <a16:creationId xmlns:a16="http://schemas.microsoft.com/office/drawing/2014/main" id="{866B3C6D-30B6-E155-23AA-42E733268A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227" y="384946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79" name="Рисунок 78">
                <a:extLst>
                  <a:ext uri="{FF2B5EF4-FFF2-40B4-BE49-F238E27FC236}">
                    <a16:creationId xmlns:a16="http://schemas.microsoft.com/office/drawing/2014/main" id="{E1A881E2-16CB-7337-25CC-3E56FB21AC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839" y="3885099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80" name="Рисунок 79">
                <a:extLst>
                  <a:ext uri="{FF2B5EF4-FFF2-40B4-BE49-F238E27FC236}">
                    <a16:creationId xmlns:a16="http://schemas.microsoft.com/office/drawing/2014/main" id="{CB2EB2D3-D09F-6B3B-8EDE-F250F466AA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6576" y="3930327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81" name="Рисунок 80">
                <a:extLst>
                  <a:ext uri="{FF2B5EF4-FFF2-40B4-BE49-F238E27FC236}">
                    <a16:creationId xmlns:a16="http://schemas.microsoft.com/office/drawing/2014/main" id="{B6B0CFF6-927F-3274-5FDE-608595B49A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5693" y="3872968"/>
                <a:ext cx="1399257" cy="139925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120804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22672E-459D-43FB-35B2-B55382DF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0">
            <a:extLst>
              <a:ext uri="{FF2B5EF4-FFF2-40B4-BE49-F238E27FC236}">
                <a16:creationId xmlns:a16="http://schemas.microsoft.com/office/drawing/2014/main" id="{40724C8F-6766-6A13-2796-05FE90622DAD}"/>
              </a:ext>
            </a:extLst>
          </p:cNvPr>
          <p:cNvSpPr/>
          <p:nvPr/>
        </p:nvSpPr>
        <p:spPr>
          <a:xfrm rot="5400000">
            <a:off x="6834187" y="1309692"/>
            <a:ext cx="5657850" cy="5057774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4" name="Rectangle: Rounded Corners 33">
            <a:extLst>
              <a:ext uri="{FF2B5EF4-FFF2-40B4-BE49-F238E27FC236}">
                <a16:creationId xmlns:a16="http://schemas.microsoft.com/office/drawing/2014/main" id="{740737DC-63D7-256D-CE33-4CDFED548F7C}"/>
              </a:ext>
            </a:extLst>
          </p:cNvPr>
          <p:cNvSpPr/>
          <p:nvPr/>
        </p:nvSpPr>
        <p:spPr>
          <a:xfrm>
            <a:off x="7153275" y="1219200"/>
            <a:ext cx="1358967" cy="1333695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5FEE4E-90F9-3CCC-C85F-9F6AD4BB0EAF}"/>
              </a:ext>
            </a:extLst>
          </p:cNvPr>
          <p:cNvSpPr/>
          <p:nvPr/>
        </p:nvSpPr>
        <p:spPr>
          <a:xfrm>
            <a:off x="0" y="0"/>
            <a:ext cx="7128588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 prst="angle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>
                <a:ln w="11430"/>
                <a:solidFill>
                  <a:srgbClr val="33CC3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   </a:t>
            </a:r>
            <a:r>
              <a:rPr lang="en-US" sz="5400" b="1" dirty="0">
                <a:ln w="11430"/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5400" b="1" dirty="0">
                <a:ln w="11430"/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 уровень</a:t>
            </a:r>
            <a:endParaRPr lang="ru-RU" sz="5400" b="1" cap="none" spc="0" dirty="0">
              <a:ln w="11430"/>
              <a:gradFill>
                <a:gsLst>
                  <a:gs pos="34000">
                    <a:srgbClr val="9933FF"/>
                  </a:gs>
                  <a:gs pos="65000">
                    <a:srgbClr val="CC99FF"/>
                  </a:gs>
                </a:gsLst>
                <a:lin ang="5400000" scaled="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872359A-1AE9-BE1F-D7D3-7A7D3C14BEAD}"/>
              </a:ext>
            </a:extLst>
          </p:cNvPr>
          <p:cNvSpPr/>
          <p:nvPr/>
        </p:nvSpPr>
        <p:spPr>
          <a:xfrm>
            <a:off x="9177988" y="153734"/>
            <a:ext cx="2573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428DCC2-840F-FB66-2424-CA5D10FA14CF}"/>
              </a:ext>
            </a:extLst>
          </p:cNvPr>
          <p:cNvSpPr txBox="1"/>
          <p:nvPr/>
        </p:nvSpPr>
        <p:spPr>
          <a:xfrm>
            <a:off x="6263402" y="1255987"/>
            <a:ext cx="6789851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  Активация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75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      </a:t>
            </a:r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1 место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Выплата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-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25 </a:t>
            </a:r>
            <a:r>
              <a:rPr lang="ru-RU" sz="2400" b="1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2 клона в 1 уровень 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2 место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выплата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50 </a:t>
            </a:r>
            <a:r>
              <a:rPr lang="ru-RU" sz="2400" b="1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реферальная выплата - </a:t>
            </a:r>
            <a:r>
              <a:rPr lang="ru-RU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25 </a:t>
            </a:r>
            <a:r>
              <a:rPr lang="ru-RU" sz="2400" b="1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b="1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3 + 4 место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Переход в 3 уровень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59674240-850E-21C9-4C87-73DF3915AA56}"/>
              </a:ext>
            </a:extLst>
          </p:cNvPr>
          <p:cNvGrpSpPr/>
          <p:nvPr/>
        </p:nvGrpSpPr>
        <p:grpSpPr>
          <a:xfrm>
            <a:off x="-66052" y="923330"/>
            <a:ext cx="6416606" cy="5796017"/>
            <a:chOff x="599227" y="941135"/>
            <a:chExt cx="6416606" cy="5796017"/>
          </a:xfrm>
        </p:grpSpPr>
        <p:pic>
          <p:nvPicPr>
            <p:cNvPr id="17" name="Рисунок 16">
              <a:extLst>
                <a:ext uri="{FF2B5EF4-FFF2-40B4-BE49-F238E27FC236}">
                  <a16:creationId xmlns:a16="http://schemas.microsoft.com/office/drawing/2014/main" id="{0B5A34E4-4FA5-F06A-4C5E-029489325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6065" y="941135"/>
              <a:ext cx="1399257" cy="1399257"/>
            </a:xfrm>
            <a:prstGeom prst="rect">
              <a:avLst/>
            </a:prstGeom>
          </p:spPr>
        </p:pic>
        <p:grpSp>
          <p:nvGrpSpPr>
            <p:cNvPr id="19" name="Группа 18">
              <a:extLst>
                <a:ext uri="{FF2B5EF4-FFF2-40B4-BE49-F238E27FC236}">
                  <a16:creationId xmlns:a16="http://schemas.microsoft.com/office/drawing/2014/main" id="{74838FB3-8429-3A36-45EF-A714E8279B6E}"/>
                </a:ext>
              </a:extLst>
            </p:cNvPr>
            <p:cNvGrpSpPr/>
            <p:nvPr/>
          </p:nvGrpSpPr>
          <p:grpSpPr>
            <a:xfrm>
              <a:off x="599227" y="1315107"/>
              <a:ext cx="6416606" cy="5422045"/>
              <a:chOff x="599227" y="1315107"/>
              <a:chExt cx="6416606" cy="5422045"/>
            </a:xfrm>
          </p:grpSpPr>
          <p:grpSp>
            <p:nvGrpSpPr>
              <p:cNvPr id="20" name="Группа 266">
                <a:extLst>
                  <a:ext uri="{FF2B5EF4-FFF2-40B4-BE49-F238E27FC236}">
                    <a16:creationId xmlns:a16="http://schemas.microsoft.com/office/drawing/2014/main" id="{D6A75FE2-ED80-EB2E-CDA0-B630B1612335}"/>
                  </a:ext>
                </a:extLst>
              </p:cNvPr>
              <p:cNvGrpSpPr/>
              <p:nvPr/>
            </p:nvGrpSpPr>
            <p:grpSpPr>
              <a:xfrm>
                <a:off x="915594" y="2178187"/>
                <a:ext cx="5802709" cy="4008008"/>
                <a:chOff x="915594" y="2200534"/>
                <a:chExt cx="5802709" cy="4072123"/>
              </a:xfrm>
            </p:grpSpPr>
            <p:grpSp>
              <p:nvGrpSpPr>
                <p:cNvPr id="38" name="Группа 250">
                  <a:extLst>
                    <a:ext uri="{FF2B5EF4-FFF2-40B4-BE49-F238E27FC236}">
                      <a16:creationId xmlns:a16="http://schemas.microsoft.com/office/drawing/2014/main" id="{5E352263-0DB0-A664-23A8-18E5FA564F4C}"/>
                    </a:ext>
                  </a:extLst>
                </p:cNvPr>
                <p:cNvGrpSpPr/>
                <p:nvPr/>
              </p:nvGrpSpPr>
              <p:grpSpPr>
                <a:xfrm>
                  <a:off x="1302571" y="2200534"/>
                  <a:ext cx="4989665" cy="1812583"/>
                  <a:chOff x="1377430" y="2334298"/>
                  <a:chExt cx="5503213" cy="1983413"/>
                </a:xfrm>
              </p:grpSpPr>
              <p:cxnSp>
                <p:nvCxnSpPr>
                  <p:cNvPr id="44" name="Соединительная линия уступом 215">
                    <a:extLst>
                      <a:ext uri="{FF2B5EF4-FFF2-40B4-BE49-F238E27FC236}">
                        <a16:creationId xmlns:a16="http://schemas.microsoft.com/office/drawing/2014/main" id="{9DE70048-D2F3-9916-2190-3EC2302E68C2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3031312" y="1665368"/>
                    <a:ext cx="395149" cy="1735711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Соединительная линия уступом 221">
                    <a:extLst>
                      <a:ext uri="{FF2B5EF4-FFF2-40B4-BE49-F238E27FC236}">
                        <a16:creationId xmlns:a16="http://schemas.microsoft.com/office/drawing/2014/main" id="{1E91EC29-714B-A532-B9EC-D15A4CEAF9E2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4770000" y="1664698"/>
                    <a:ext cx="396000" cy="17352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6" name="Группа 238">
                    <a:extLst>
                      <a:ext uri="{FF2B5EF4-FFF2-40B4-BE49-F238E27FC236}">
                        <a16:creationId xmlns:a16="http://schemas.microsoft.com/office/drawing/2014/main" id="{BE29FEBE-19DC-E9A1-C029-033106BBD95B}"/>
                      </a:ext>
                    </a:extLst>
                  </p:cNvPr>
                  <p:cNvGrpSpPr/>
                  <p:nvPr/>
                </p:nvGrpSpPr>
                <p:grpSpPr>
                  <a:xfrm>
                    <a:off x="1377430" y="3930547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50" name="Соединительная линия уступом 232">
                      <a:extLst>
                        <a:ext uri="{FF2B5EF4-FFF2-40B4-BE49-F238E27FC236}">
                          <a16:creationId xmlns:a16="http://schemas.microsoft.com/office/drawing/2014/main" id="{B798900B-F3C0-0B95-49CB-684D16F137D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" name="Соединительная линия уступом 235">
                      <a:extLst>
                        <a:ext uri="{FF2B5EF4-FFF2-40B4-BE49-F238E27FC236}">
                          <a16:creationId xmlns:a16="http://schemas.microsoft.com/office/drawing/2014/main" id="{BFB26DAC-C7ED-5BBE-2A0F-E4304E9EB687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7" name="Группа 238">
                    <a:extLst>
                      <a:ext uri="{FF2B5EF4-FFF2-40B4-BE49-F238E27FC236}">
                        <a16:creationId xmlns:a16="http://schemas.microsoft.com/office/drawing/2014/main" id="{19D5E0E8-5B3D-6321-D56E-C6880FF08212}"/>
                      </a:ext>
                    </a:extLst>
                  </p:cNvPr>
                  <p:cNvGrpSpPr/>
                  <p:nvPr/>
                </p:nvGrpSpPr>
                <p:grpSpPr>
                  <a:xfrm>
                    <a:off x="4855901" y="3925798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48" name="Соединительная линия уступом 247">
                      <a:extLst>
                        <a:ext uri="{FF2B5EF4-FFF2-40B4-BE49-F238E27FC236}">
                          <a16:creationId xmlns:a16="http://schemas.microsoft.com/office/drawing/2014/main" id="{F94612C3-CA41-3B8E-558A-8AA5B1EB8B64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Соединительная линия уступом 248">
                      <a:extLst>
                        <a:ext uri="{FF2B5EF4-FFF2-40B4-BE49-F238E27FC236}">
                          <a16:creationId xmlns:a16="http://schemas.microsoft.com/office/drawing/2014/main" id="{8BC15561-CE71-7823-B62F-D99CF97F81F0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9" name="6-конечная звезда 261">
                  <a:extLst>
                    <a:ext uri="{FF2B5EF4-FFF2-40B4-BE49-F238E27FC236}">
                      <a16:creationId xmlns:a16="http://schemas.microsoft.com/office/drawing/2014/main" id="{48BEC0E8-FB99-04C9-8B57-90A56B56D1CD}"/>
                    </a:ext>
                  </a:extLst>
                </p:cNvPr>
                <p:cNvSpPr/>
                <p:nvPr/>
              </p:nvSpPr>
              <p:spPr>
                <a:xfrm>
                  <a:off x="915594" y="522376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40" name="6-конечная звезда 262">
                  <a:extLst>
                    <a:ext uri="{FF2B5EF4-FFF2-40B4-BE49-F238E27FC236}">
                      <a16:creationId xmlns:a16="http://schemas.microsoft.com/office/drawing/2014/main" id="{0D0E26D9-3BEB-B2E5-AA7F-FEA3B8AFF913}"/>
                    </a:ext>
                  </a:extLst>
                </p:cNvPr>
                <p:cNvSpPr/>
                <p:nvPr/>
              </p:nvSpPr>
              <p:spPr>
                <a:xfrm>
                  <a:off x="2830286" y="5228252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41" name="6-конечная звезда 263">
                  <a:extLst>
                    <a:ext uri="{FF2B5EF4-FFF2-40B4-BE49-F238E27FC236}">
                      <a16:creationId xmlns:a16="http://schemas.microsoft.com/office/drawing/2014/main" id="{444314EE-7482-3632-334E-153B0C6543E0}"/>
                    </a:ext>
                  </a:extLst>
                </p:cNvPr>
                <p:cNvSpPr/>
                <p:nvPr/>
              </p:nvSpPr>
              <p:spPr>
                <a:xfrm>
                  <a:off x="4156855" y="5244863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42" name="6-конечная звезда 264">
                  <a:extLst>
                    <a:ext uri="{FF2B5EF4-FFF2-40B4-BE49-F238E27FC236}">
                      <a16:creationId xmlns:a16="http://schemas.microsoft.com/office/drawing/2014/main" id="{DF9FE44A-7574-0436-5C06-646067D0AB8C}"/>
                    </a:ext>
                  </a:extLst>
                </p:cNvPr>
                <p:cNvSpPr/>
                <p:nvPr/>
              </p:nvSpPr>
              <p:spPr>
                <a:xfrm>
                  <a:off x="6008914" y="525313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43" name="Левая фигурная скобка 42">
                  <a:extLst>
                    <a:ext uri="{FF2B5EF4-FFF2-40B4-BE49-F238E27FC236}">
                      <a16:creationId xmlns:a16="http://schemas.microsoft.com/office/drawing/2014/main" id="{EB66535F-BF6E-D987-9CF4-1DBADB6D7998}"/>
                    </a:ext>
                  </a:extLst>
                </p:cNvPr>
                <p:cNvSpPr/>
                <p:nvPr/>
              </p:nvSpPr>
              <p:spPr>
                <a:xfrm rot="16200000">
                  <a:off x="5194274" y="4748627"/>
                  <a:ext cx="414410" cy="2633649"/>
                </a:xfrm>
                <a:prstGeom prst="leftBrac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835C94E5-7D7C-1EC5-704D-9452467AA897}"/>
                  </a:ext>
                </a:extLst>
              </p:cNvPr>
              <p:cNvSpPr/>
              <p:nvPr/>
            </p:nvSpPr>
            <p:spPr>
              <a:xfrm>
                <a:off x="4505672" y="6213932"/>
                <a:ext cx="1989647" cy="523220"/>
              </a:xfrm>
              <a:prstGeom prst="rect">
                <a:avLst/>
              </a:prstGeom>
              <a:gradFill>
                <a:gsLst>
                  <a:gs pos="100000">
                    <a:srgbClr val="FF3399"/>
                  </a:gs>
                  <a:gs pos="86000">
                    <a:srgbClr val="FF33CC"/>
                  </a:gs>
                  <a:gs pos="19000">
                    <a:srgbClr val="FF66FF"/>
                  </a:gs>
                </a:gsLst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150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Прямоугольник 22">
                <a:extLst>
                  <a:ext uri="{FF2B5EF4-FFF2-40B4-BE49-F238E27FC236}">
                    <a16:creationId xmlns:a16="http://schemas.microsoft.com/office/drawing/2014/main" id="{0396DD67-5F15-6D40-BC80-95E8AEA77533}"/>
                  </a:ext>
                </a:extLst>
              </p:cNvPr>
              <p:cNvSpPr/>
              <p:nvPr/>
            </p:nvSpPr>
            <p:spPr>
              <a:xfrm>
                <a:off x="4401634" y="1315107"/>
                <a:ext cx="1984587" cy="523220"/>
              </a:xfrm>
              <a:prstGeom prst="rect">
                <a:avLst/>
              </a:prstGeom>
              <a:gradFill>
                <a:gsLst>
                  <a:gs pos="96000">
                    <a:srgbClr val="FF3399"/>
                  </a:gs>
                  <a:gs pos="41000">
                    <a:srgbClr val="FF66FF"/>
                  </a:gs>
                  <a:gs pos="19000">
                    <a:srgbClr val="FF66FF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75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D677C3D5-7D71-BF41-415E-BB61315D28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6193" y="237787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3" name="Рисунок 32">
                <a:extLst>
                  <a:ext uri="{FF2B5EF4-FFF2-40B4-BE49-F238E27FC236}">
                    <a16:creationId xmlns:a16="http://schemas.microsoft.com/office/drawing/2014/main" id="{FD334C12-8D1E-5D38-89AE-6C31885EED0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0761" y="2401623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4" name="Рисунок 33">
                <a:extLst>
                  <a:ext uri="{FF2B5EF4-FFF2-40B4-BE49-F238E27FC236}">
                    <a16:creationId xmlns:a16="http://schemas.microsoft.com/office/drawing/2014/main" id="{08DB170D-A697-64D3-6FB6-DCABE2406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227" y="384946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5" name="Рисунок 34">
                <a:extLst>
                  <a:ext uri="{FF2B5EF4-FFF2-40B4-BE49-F238E27FC236}">
                    <a16:creationId xmlns:a16="http://schemas.microsoft.com/office/drawing/2014/main" id="{7ECCC07F-2D0B-90DF-BF19-9ADFB4661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839" y="3885099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6" name="Рисунок 35">
                <a:extLst>
                  <a:ext uri="{FF2B5EF4-FFF2-40B4-BE49-F238E27FC236}">
                    <a16:creationId xmlns:a16="http://schemas.microsoft.com/office/drawing/2014/main" id="{429BD462-85BC-85AF-493B-B1CF67D4A2B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6576" y="3930327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7" name="Рисунок 36">
                <a:extLst>
                  <a:ext uri="{FF2B5EF4-FFF2-40B4-BE49-F238E27FC236}">
                    <a16:creationId xmlns:a16="http://schemas.microsoft.com/office/drawing/2014/main" id="{EAF418EB-2298-8D29-7423-4FE4D30575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5693" y="3872968"/>
                <a:ext cx="1399257" cy="139925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362800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B4EEB-2657-F1F5-6060-A855CB52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0">
            <a:extLst>
              <a:ext uri="{FF2B5EF4-FFF2-40B4-BE49-F238E27FC236}">
                <a16:creationId xmlns:a16="http://schemas.microsoft.com/office/drawing/2014/main" id="{23E54ACE-7B25-4515-9D44-502FE46EB89F}"/>
              </a:ext>
            </a:extLst>
          </p:cNvPr>
          <p:cNvSpPr/>
          <p:nvPr/>
        </p:nvSpPr>
        <p:spPr>
          <a:xfrm rot="5400000">
            <a:off x="6452664" y="928168"/>
            <a:ext cx="5657850" cy="5820821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4" name="Rectangle: Rounded Corners 33">
            <a:extLst>
              <a:ext uri="{FF2B5EF4-FFF2-40B4-BE49-F238E27FC236}">
                <a16:creationId xmlns:a16="http://schemas.microsoft.com/office/drawing/2014/main" id="{7F276EE8-5EC3-7F97-3FED-5D3A29CF65C4}"/>
              </a:ext>
            </a:extLst>
          </p:cNvPr>
          <p:cNvSpPr/>
          <p:nvPr/>
        </p:nvSpPr>
        <p:spPr>
          <a:xfrm>
            <a:off x="6530144" y="1066140"/>
            <a:ext cx="1528579" cy="1543241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FB9AF0C-5053-8988-628A-784ADFFC540E}"/>
              </a:ext>
            </a:extLst>
          </p:cNvPr>
          <p:cNvSpPr/>
          <p:nvPr/>
        </p:nvSpPr>
        <p:spPr>
          <a:xfrm>
            <a:off x="0" y="0"/>
            <a:ext cx="7128588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 prst="angle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>
                <a:ln w="11430"/>
                <a:solidFill>
                  <a:srgbClr val="33CC3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   </a:t>
            </a:r>
            <a:r>
              <a:rPr lang="ru-RU" sz="5400" b="1" dirty="0">
                <a:ln w="11430"/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3 уровень</a:t>
            </a:r>
            <a:endParaRPr lang="ru-RU" sz="5400" b="1" cap="none" spc="0" dirty="0">
              <a:ln w="11430"/>
              <a:gradFill>
                <a:gsLst>
                  <a:gs pos="34000">
                    <a:srgbClr val="9933FF"/>
                  </a:gs>
                  <a:gs pos="65000">
                    <a:srgbClr val="CC99FF"/>
                  </a:gs>
                </a:gsLst>
                <a:lin ang="5400000" scaled="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9185F03-6F2E-5C20-E614-CB09A5EA0F5A}"/>
              </a:ext>
            </a:extLst>
          </p:cNvPr>
          <p:cNvSpPr/>
          <p:nvPr/>
        </p:nvSpPr>
        <p:spPr>
          <a:xfrm>
            <a:off x="9177988" y="153734"/>
            <a:ext cx="2573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1A042F-89D8-3E13-D9FE-285519E49ED3}"/>
              </a:ext>
            </a:extLst>
          </p:cNvPr>
          <p:cNvSpPr txBox="1"/>
          <p:nvPr/>
        </p:nvSpPr>
        <p:spPr>
          <a:xfrm>
            <a:off x="6386221" y="1380399"/>
            <a:ext cx="6644168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Активация 150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endParaRPr lang="ru-RU" sz="2400" b="1" i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1 место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 реферальная выплата - </a:t>
            </a: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50 </a:t>
            </a:r>
            <a:r>
              <a:rPr lang="ru-RU" sz="24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endParaRPr lang="ru-RU" sz="2400" dirty="0">
              <a:solidFill>
                <a:srgbClr val="6600CC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4 клона в 1 уровень 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2 место 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выплата </a:t>
            </a: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75 </a:t>
            </a:r>
            <a:r>
              <a:rPr lang="ru-RU" sz="24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     (остаток 75 </a:t>
            </a:r>
            <a:r>
              <a:rPr lang="ru-RU" sz="2000" i="1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000" i="1" dirty="0">
                <a:latin typeface="Times New Roman" pitchFamily="18" charset="0"/>
                <a:cs typeface="Times New Roman" pitchFamily="18" charset="0"/>
              </a:rPr>
              <a:t> – на переход в 4 уровень)</a:t>
            </a:r>
          </a:p>
          <a:p>
            <a:pPr algn="ctr"/>
            <a:endParaRPr lang="ru-RU" sz="2400" dirty="0">
              <a:solidFill>
                <a:srgbClr val="6600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           3 + 4 место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переход в 4 уровень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             ∑ = 300 + 75 = </a:t>
            </a: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375 </a:t>
            </a:r>
            <a:r>
              <a:rPr lang="ru-RU" sz="24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endParaRPr lang="ru-RU" sz="2400" dirty="0">
              <a:solidFill>
                <a:srgbClr val="66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 </a:t>
            </a:r>
            <a:endParaRPr lang="ru-RU" sz="2400" b="1" u="sng" dirty="0">
              <a:solidFill>
                <a:srgbClr val="34A64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3C7544D-E690-CE8F-2EF3-6DEFEB33D169}"/>
              </a:ext>
            </a:extLst>
          </p:cNvPr>
          <p:cNvGrpSpPr/>
          <p:nvPr/>
        </p:nvGrpSpPr>
        <p:grpSpPr>
          <a:xfrm>
            <a:off x="-66052" y="923330"/>
            <a:ext cx="6416606" cy="5796017"/>
            <a:chOff x="599227" y="941135"/>
            <a:chExt cx="6416606" cy="5796017"/>
          </a:xfrm>
        </p:grpSpPr>
        <p:pic>
          <p:nvPicPr>
            <p:cNvPr id="14" name="Рисунок 13">
              <a:extLst>
                <a:ext uri="{FF2B5EF4-FFF2-40B4-BE49-F238E27FC236}">
                  <a16:creationId xmlns:a16="http://schemas.microsoft.com/office/drawing/2014/main" id="{AB4A2AEA-4B8A-152A-0264-BD55BE7FC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6065" y="941135"/>
              <a:ext cx="1399257" cy="1399257"/>
            </a:xfrm>
            <a:prstGeom prst="rect">
              <a:avLst/>
            </a:prstGeom>
          </p:spPr>
        </p:pic>
        <p:grpSp>
          <p:nvGrpSpPr>
            <p:cNvPr id="17" name="Группа 16">
              <a:extLst>
                <a:ext uri="{FF2B5EF4-FFF2-40B4-BE49-F238E27FC236}">
                  <a16:creationId xmlns:a16="http://schemas.microsoft.com/office/drawing/2014/main" id="{F7C14669-B97E-441B-A2EA-446085DE416E}"/>
                </a:ext>
              </a:extLst>
            </p:cNvPr>
            <p:cNvGrpSpPr/>
            <p:nvPr/>
          </p:nvGrpSpPr>
          <p:grpSpPr>
            <a:xfrm>
              <a:off x="599227" y="1315107"/>
              <a:ext cx="6416606" cy="5422045"/>
              <a:chOff x="599227" y="1315107"/>
              <a:chExt cx="6416606" cy="5422045"/>
            </a:xfrm>
          </p:grpSpPr>
          <p:grpSp>
            <p:nvGrpSpPr>
              <p:cNvPr id="19" name="Группа 266">
                <a:extLst>
                  <a:ext uri="{FF2B5EF4-FFF2-40B4-BE49-F238E27FC236}">
                    <a16:creationId xmlns:a16="http://schemas.microsoft.com/office/drawing/2014/main" id="{B7F27C1B-001D-93D5-7F4C-52E9C75835A8}"/>
                  </a:ext>
                </a:extLst>
              </p:cNvPr>
              <p:cNvGrpSpPr/>
              <p:nvPr/>
            </p:nvGrpSpPr>
            <p:grpSpPr>
              <a:xfrm>
                <a:off x="915594" y="2178187"/>
                <a:ext cx="5802709" cy="4008008"/>
                <a:chOff x="915594" y="2200534"/>
                <a:chExt cx="5802709" cy="4072123"/>
              </a:xfrm>
            </p:grpSpPr>
            <p:grpSp>
              <p:nvGrpSpPr>
                <p:cNvPr id="37" name="Группа 250">
                  <a:extLst>
                    <a:ext uri="{FF2B5EF4-FFF2-40B4-BE49-F238E27FC236}">
                      <a16:creationId xmlns:a16="http://schemas.microsoft.com/office/drawing/2014/main" id="{58C6DF54-E9A0-DE88-EC67-DF1EEDE5341D}"/>
                    </a:ext>
                  </a:extLst>
                </p:cNvPr>
                <p:cNvGrpSpPr/>
                <p:nvPr/>
              </p:nvGrpSpPr>
              <p:grpSpPr>
                <a:xfrm>
                  <a:off x="1302571" y="2200534"/>
                  <a:ext cx="4989665" cy="1812583"/>
                  <a:chOff x="1377430" y="2334298"/>
                  <a:chExt cx="5503213" cy="1983413"/>
                </a:xfrm>
              </p:grpSpPr>
              <p:cxnSp>
                <p:nvCxnSpPr>
                  <p:cNvPr id="43" name="Соединительная линия уступом 215">
                    <a:extLst>
                      <a:ext uri="{FF2B5EF4-FFF2-40B4-BE49-F238E27FC236}">
                        <a16:creationId xmlns:a16="http://schemas.microsoft.com/office/drawing/2014/main" id="{3A67FE9E-BB54-77B7-D7C1-9DBFD254F527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3031312" y="1665368"/>
                    <a:ext cx="395149" cy="1735711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Соединительная линия уступом 221">
                    <a:extLst>
                      <a:ext uri="{FF2B5EF4-FFF2-40B4-BE49-F238E27FC236}">
                        <a16:creationId xmlns:a16="http://schemas.microsoft.com/office/drawing/2014/main" id="{2CC2CAA5-10DA-13B8-3D60-F4D346871AA2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4770000" y="1664698"/>
                    <a:ext cx="396000" cy="17352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5" name="Группа 238">
                    <a:extLst>
                      <a:ext uri="{FF2B5EF4-FFF2-40B4-BE49-F238E27FC236}">
                        <a16:creationId xmlns:a16="http://schemas.microsoft.com/office/drawing/2014/main" id="{FDACC764-5F9B-960B-8971-7AA7B3E31E39}"/>
                      </a:ext>
                    </a:extLst>
                  </p:cNvPr>
                  <p:cNvGrpSpPr/>
                  <p:nvPr/>
                </p:nvGrpSpPr>
                <p:grpSpPr>
                  <a:xfrm>
                    <a:off x="1377430" y="3930547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49" name="Соединительная линия уступом 232">
                      <a:extLst>
                        <a:ext uri="{FF2B5EF4-FFF2-40B4-BE49-F238E27FC236}">
                          <a16:creationId xmlns:a16="http://schemas.microsoft.com/office/drawing/2014/main" id="{7CC689D0-7F43-C353-24BE-D862C26560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0" name="Соединительная линия уступом 235">
                      <a:extLst>
                        <a:ext uri="{FF2B5EF4-FFF2-40B4-BE49-F238E27FC236}">
                          <a16:creationId xmlns:a16="http://schemas.microsoft.com/office/drawing/2014/main" id="{EF1F7431-95D8-9BB2-64E4-B470EFA6702C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6" name="Группа 238">
                    <a:extLst>
                      <a:ext uri="{FF2B5EF4-FFF2-40B4-BE49-F238E27FC236}">
                        <a16:creationId xmlns:a16="http://schemas.microsoft.com/office/drawing/2014/main" id="{BA3BA4D2-244F-DD5C-E68A-0D14328B6316}"/>
                      </a:ext>
                    </a:extLst>
                  </p:cNvPr>
                  <p:cNvGrpSpPr/>
                  <p:nvPr/>
                </p:nvGrpSpPr>
                <p:grpSpPr>
                  <a:xfrm>
                    <a:off x="4855901" y="3925798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47" name="Соединительная линия уступом 247">
                      <a:extLst>
                        <a:ext uri="{FF2B5EF4-FFF2-40B4-BE49-F238E27FC236}">
                          <a16:creationId xmlns:a16="http://schemas.microsoft.com/office/drawing/2014/main" id="{7D3DAE56-4692-45C1-06DD-C075E78745BE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8" name="Соединительная линия уступом 248">
                      <a:extLst>
                        <a:ext uri="{FF2B5EF4-FFF2-40B4-BE49-F238E27FC236}">
                          <a16:creationId xmlns:a16="http://schemas.microsoft.com/office/drawing/2014/main" id="{1D5D848F-B836-9929-0B4C-0BED49FBDEC8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8" name="6-конечная звезда 261">
                  <a:extLst>
                    <a:ext uri="{FF2B5EF4-FFF2-40B4-BE49-F238E27FC236}">
                      <a16:creationId xmlns:a16="http://schemas.microsoft.com/office/drawing/2014/main" id="{063EC951-09F5-2A58-F69F-6CAD145DA716}"/>
                    </a:ext>
                  </a:extLst>
                </p:cNvPr>
                <p:cNvSpPr/>
                <p:nvPr/>
              </p:nvSpPr>
              <p:spPr>
                <a:xfrm>
                  <a:off x="915594" y="522376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39" name="6-конечная звезда 262">
                  <a:extLst>
                    <a:ext uri="{FF2B5EF4-FFF2-40B4-BE49-F238E27FC236}">
                      <a16:creationId xmlns:a16="http://schemas.microsoft.com/office/drawing/2014/main" id="{0E13886C-0264-7A55-D25C-7662F2CA4494}"/>
                    </a:ext>
                  </a:extLst>
                </p:cNvPr>
                <p:cNvSpPr/>
                <p:nvPr/>
              </p:nvSpPr>
              <p:spPr>
                <a:xfrm>
                  <a:off x="2830286" y="5228252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40" name="6-конечная звезда 263">
                  <a:extLst>
                    <a:ext uri="{FF2B5EF4-FFF2-40B4-BE49-F238E27FC236}">
                      <a16:creationId xmlns:a16="http://schemas.microsoft.com/office/drawing/2014/main" id="{FCC9D18D-9AF2-4773-A2E0-23DDE89817E3}"/>
                    </a:ext>
                  </a:extLst>
                </p:cNvPr>
                <p:cNvSpPr/>
                <p:nvPr/>
              </p:nvSpPr>
              <p:spPr>
                <a:xfrm>
                  <a:off x="4156855" y="5244863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41" name="6-конечная звезда 264">
                  <a:extLst>
                    <a:ext uri="{FF2B5EF4-FFF2-40B4-BE49-F238E27FC236}">
                      <a16:creationId xmlns:a16="http://schemas.microsoft.com/office/drawing/2014/main" id="{788D4144-9BE5-48BE-E209-B129A7D67467}"/>
                    </a:ext>
                  </a:extLst>
                </p:cNvPr>
                <p:cNvSpPr/>
                <p:nvPr/>
              </p:nvSpPr>
              <p:spPr>
                <a:xfrm>
                  <a:off x="6008914" y="525313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42" name="Левая фигурная скобка 41">
                  <a:extLst>
                    <a:ext uri="{FF2B5EF4-FFF2-40B4-BE49-F238E27FC236}">
                      <a16:creationId xmlns:a16="http://schemas.microsoft.com/office/drawing/2014/main" id="{A43441E6-988D-C3C9-0CA3-17A75878637E}"/>
                    </a:ext>
                  </a:extLst>
                </p:cNvPr>
                <p:cNvSpPr/>
                <p:nvPr/>
              </p:nvSpPr>
              <p:spPr>
                <a:xfrm rot="16200000">
                  <a:off x="5193556" y="4747909"/>
                  <a:ext cx="414410" cy="2635085"/>
                </a:xfrm>
                <a:prstGeom prst="leftBrac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786737F9-60FE-24DF-973A-7C27D4F385D5}"/>
                  </a:ext>
                </a:extLst>
              </p:cNvPr>
              <p:cNvSpPr/>
              <p:nvPr/>
            </p:nvSpPr>
            <p:spPr>
              <a:xfrm>
                <a:off x="4505673" y="6213932"/>
                <a:ext cx="1989647" cy="523220"/>
              </a:xfrm>
              <a:prstGeom prst="rect">
                <a:avLst/>
              </a:prstGeom>
              <a:gradFill>
                <a:gsLst>
                  <a:gs pos="100000">
                    <a:srgbClr val="FF3399"/>
                  </a:gs>
                  <a:gs pos="86000">
                    <a:srgbClr val="FF33CC"/>
                  </a:gs>
                  <a:gs pos="19000">
                    <a:srgbClr val="FF66FF"/>
                  </a:gs>
                </a:gsLst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300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Прямоугольник 21">
                <a:extLst>
                  <a:ext uri="{FF2B5EF4-FFF2-40B4-BE49-F238E27FC236}">
                    <a16:creationId xmlns:a16="http://schemas.microsoft.com/office/drawing/2014/main" id="{05FA8150-98EC-B510-30C4-63BCEB4478B5}"/>
                  </a:ext>
                </a:extLst>
              </p:cNvPr>
              <p:cNvSpPr/>
              <p:nvPr/>
            </p:nvSpPr>
            <p:spPr>
              <a:xfrm>
                <a:off x="4401634" y="1315107"/>
                <a:ext cx="1984587" cy="523220"/>
              </a:xfrm>
              <a:prstGeom prst="rect">
                <a:avLst/>
              </a:prstGeom>
              <a:gradFill>
                <a:gsLst>
                  <a:gs pos="96000">
                    <a:srgbClr val="FF3399"/>
                  </a:gs>
                  <a:gs pos="41000">
                    <a:srgbClr val="FF66FF"/>
                  </a:gs>
                  <a:gs pos="19000">
                    <a:srgbClr val="FF66FF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150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3" name="Рисунок 22">
                <a:extLst>
                  <a:ext uri="{FF2B5EF4-FFF2-40B4-BE49-F238E27FC236}">
                    <a16:creationId xmlns:a16="http://schemas.microsoft.com/office/drawing/2014/main" id="{36C61336-F8BE-A270-EDAC-43EEF3459B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6193" y="237787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6346B499-6648-A855-0456-6DCC3F5FD9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0761" y="2401623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3" name="Рисунок 32">
                <a:extLst>
                  <a:ext uri="{FF2B5EF4-FFF2-40B4-BE49-F238E27FC236}">
                    <a16:creationId xmlns:a16="http://schemas.microsoft.com/office/drawing/2014/main" id="{76EC4BF4-4D72-965C-0E5A-EC48B16258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227" y="384946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4" name="Рисунок 33">
                <a:extLst>
                  <a:ext uri="{FF2B5EF4-FFF2-40B4-BE49-F238E27FC236}">
                    <a16:creationId xmlns:a16="http://schemas.microsoft.com/office/drawing/2014/main" id="{E5C7FE1C-EFF9-C0C5-3F6D-633DE84971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839" y="3885099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5" name="Рисунок 34">
                <a:extLst>
                  <a:ext uri="{FF2B5EF4-FFF2-40B4-BE49-F238E27FC236}">
                    <a16:creationId xmlns:a16="http://schemas.microsoft.com/office/drawing/2014/main" id="{3C369186-30A3-DDFB-7B0E-86602B7FA3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6576" y="3930327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6" name="Рисунок 35">
                <a:extLst>
                  <a:ext uri="{FF2B5EF4-FFF2-40B4-BE49-F238E27FC236}">
                    <a16:creationId xmlns:a16="http://schemas.microsoft.com/office/drawing/2014/main" id="{01150ECB-1704-C747-44BB-1A057F8479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5693" y="3872968"/>
                <a:ext cx="1399257" cy="139925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04362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B150B-844F-D279-4A28-A08D27359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0">
            <a:extLst>
              <a:ext uri="{FF2B5EF4-FFF2-40B4-BE49-F238E27FC236}">
                <a16:creationId xmlns:a16="http://schemas.microsoft.com/office/drawing/2014/main" id="{3EAF69EA-DAB7-46B5-5009-3BC85300B8CF}"/>
              </a:ext>
            </a:extLst>
          </p:cNvPr>
          <p:cNvSpPr/>
          <p:nvPr/>
        </p:nvSpPr>
        <p:spPr>
          <a:xfrm rot="5400000">
            <a:off x="6834187" y="1309692"/>
            <a:ext cx="5657850" cy="5057774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4" name="Rectangle: Rounded Corners 33">
            <a:extLst>
              <a:ext uri="{FF2B5EF4-FFF2-40B4-BE49-F238E27FC236}">
                <a16:creationId xmlns:a16="http://schemas.microsoft.com/office/drawing/2014/main" id="{E9C3A3D5-E9D3-F73A-81F0-8E02FBE3EA64}"/>
              </a:ext>
            </a:extLst>
          </p:cNvPr>
          <p:cNvSpPr/>
          <p:nvPr/>
        </p:nvSpPr>
        <p:spPr>
          <a:xfrm>
            <a:off x="7153275" y="1219200"/>
            <a:ext cx="1358967" cy="1333695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2C8BAC3-FD19-F9E5-3FB9-D4B7BAB30290}"/>
              </a:ext>
            </a:extLst>
          </p:cNvPr>
          <p:cNvSpPr/>
          <p:nvPr/>
        </p:nvSpPr>
        <p:spPr>
          <a:xfrm>
            <a:off x="0" y="0"/>
            <a:ext cx="7128588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 prst="angle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>
                <a:ln w="11430"/>
                <a:solidFill>
                  <a:srgbClr val="33CC3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   </a:t>
            </a:r>
            <a:r>
              <a:rPr lang="ru-RU" sz="5400" b="1" dirty="0">
                <a:ln w="11430"/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4 уровень</a:t>
            </a:r>
            <a:endParaRPr lang="ru-RU" sz="5400" b="1" cap="none" spc="0" dirty="0">
              <a:ln w="11430"/>
              <a:gradFill>
                <a:gsLst>
                  <a:gs pos="34000">
                    <a:srgbClr val="9933FF"/>
                  </a:gs>
                  <a:gs pos="65000">
                    <a:srgbClr val="CC99FF"/>
                  </a:gs>
                </a:gsLst>
                <a:lin ang="5400000" scaled="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89A6B04-8F44-1071-26E5-1C82AAE21480}"/>
              </a:ext>
            </a:extLst>
          </p:cNvPr>
          <p:cNvSpPr/>
          <p:nvPr/>
        </p:nvSpPr>
        <p:spPr>
          <a:xfrm>
            <a:off x="9177988" y="153734"/>
            <a:ext cx="2573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USDT</a:t>
            </a:r>
            <a:endParaRPr lang="ru-RU" sz="2400" dirty="0">
              <a:solidFill>
                <a:schemeClr val="bg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DF6F82-B45C-D29E-881F-01159ADF4C5E}"/>
              </a:ext>
            </a:extLst>
          </p:cNvPr>
          <p:cNvSpPr txBox="1"/>
          <p:nvPr/>
        </p:nvSpPr>
        <p:spPr>
          <a:xfrm>
            <a:off x="6432934" y="1483816"/>
            <a:ext cx="66441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  Активация 375 </a:t>
            </a:r>
            <a:r>
              <a:rPr lang="en-US" sz="2400" b="1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1 место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– выплата - </a:t>
            </a: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100 </a:t>
            </a:r>
            <a:r>
              <a:rPr lang="ru-RU" sz="24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endParaRPr lang="ru-RU" sz="2400" dirty="0">
              <a:solidFill>
                <a:srgbClr val="66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реферальная выплата - </a:t>
            </a: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75 </a:t>
            </a:r>
            <a:r>
              <a:rPr lang="ru-RU" sz="24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ctr"/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4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8 клонов в 1 уровень </a:t>
            </a:r>
          </a:p>
          <a:p>
            <a:pPr algn="ctr"/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400" b="1" i="1" dirty="0">
                <a:latin typeface="Times New Roman" pitchFamily="18" charset="0"/>
                <a:cs typeface="Times New Roman" pitchFamily="18" charset="0"/>
              </a:rPr>
              <a:t>2 + 3 + 4 Место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переход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 5 уровень</a:t>
            </a:r>
            <a:endParaRPr lang="ru-RU" sz="2400" b="1" u="sng" dirty="0">
              <a:solidFill>
                <a:srgbClr val="34A64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D1B9339A-4BD4-5714-8025-CF24F03E40DD}"/>
              </a:ext>
            </a:extLst>
          </p:cNvPr>
          <p:cNvGrpSpPr/>
          <p:nvPr/>
        </p:nvGrpSpPr>
        <p:grpSpPr>
          <a:xfrm>
            <a:off x="-66052" y="923330"/>
            <a:ext cx="6416606" cy="5796017"/>
            <a:chOff x="599227" y="941135"/>
            <a:chExt cx="6416606" cy="5796017"/>
          </a:xfrm>
        </p:grpSpPr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CBCAC474-1B61-D6A0-1D2B-45007626E24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6065" y="941135"/>
              <a:ext cx="1399257" cy="1399257"/>
            </a:xfrm>
            <a:prstGeom prst="rect">
              <a:avLst/>
            </a:prstGeom>
          </p:spPr>
        </p:pic>
        <p:grpSp>
          <p:nvGrpSpPr>
            <p:cNvPr id="14" name="Группа 13">
              <a:extLst>
                <a:ext uri="{FF2B5EF4-FFF2-40B4-BE49-F238E27FC236}">
                  <a16:creationId xmlns:a16="http://schemas.microsoft.com/office/drawing/2014/main" id="{A80F4DC2-3782-C753-A6AC-C4BDB1B23B1A}"/>
                </a:ext>
              </a:extLst>
            </p:cNvPr>
            <p:cNvGrpSpPr/>
            <p:nvPr/>
          </p:nvGrpSpPr>
          <p:grpSpPr>
            <a:xfrm>
              <a:off x="599227" y="1315107"/>
              <a:ext cx="6416606" cy="5422045"/>
              <a:chOff x="599227" y="1315107"/>
              <a:chExt cx="6416606" cy="5422045"/>
            </a:xfrm>
          </p:grpSpPr>
          <p:grpSp>
            <p:nvGrpSpPr>
              <p:cNvPr id="17" name="Группа 266">
                <a:extLst>
                  <a:ext uri="{FF2B5EF4-FFF2-40B4-BE49-F238E27FC236}">
                    <a16:creationId xmlns:a16="http://schemas.microsoft.com/office/drawing/2014/main" id="{8E8F339B-849C-6A8F-53BD-265C90DA67E8}"/>
                  </a:ext>
                </a:extLst>
              </p:cNvPr>
              <p:cNvGrpSpPr/>
              <p:nvPr/>
            </p:nvGrpSpPr>
            <p:grpSpPr>
              <a:xfrm>
                <a:off x="915594" y="2178187"/>
                <a:ext cx="5802710" cy="4008007"/>
                <a:chOff x="915594" y="2200534"/>
                <a:chExt cx="5802710" cy="4072122"/>
              </a:xfrm>
            </p:grpSpPr>
            <p:grpSp>
              <p:nvGrpSpPr>
                <p:cNvPr id="36" name="Группа 250">
                  <a:extLst>
                    <a:ext uri="{FF2B5EF4-FFF2-40B4-BE49-F238E27FC236}">
                      <a16:creationId xmlns:a16="http://schemas.microsoft.com/office/drawing/2014/main" id="{A68A3A3E-260D-1B34-63D6-71A525049BD9}"/>
                    </a:ext>
                  </a:extLst>
                </p:cNvPr>
                <p:cNvGrpSpPr/>
                <p:nvPr/>
              </p:nvGrpSpPr>
              <p:grpSpPr>
                <a:xfrm>
                  <a:off x="1302571" y="2200534"/>
                  <a:ext cx="4989665" cy="1812583"/>
                  <a:chOff x="1377430" y="2334298"/>
                  <a:chExt cx="5503213" cy="1983413"/>
                </a:xfrm>
              </p:grpSpPr>
              <p:cxnSp>
                <p:nvCxnSpPr>
                  <p:cNvPr id="42" name="Соединительная линия уступом 215">
                    <a:extLst>
                      <a:ext uri="{FF2B5EF4-FFF2-40B4-BE49-F238E27FC236}">
                        <a16:creationId xmlns:a16="http://schemas.microsoft.com/office/drawing/2014/main" id="{7D62643F-E1A9-CE0F-B040-60BEC87C628E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3031312" y="1665368"/>
                    <a:ext cx="395149" cy="1735711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Соединительная линия уступом 221">
                    <a:extLst>
                      <a:ext uri="{FF2B5EF4-FFF2-40B4-BE49-F238E27FC236}">
                        <a16:creationId xmlns:a16="http://schemas.microsoft.com/office/drawing/2014/main" id="{B8265D02-9E14-3408-2A39-87D882003576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4770000" y="1664698"/>
                    <a:ext cx="396000" cy="17352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4" name="Группа 238">
                    <a:extLst>
                      <a:ext uri="{FF2B5EF4-FFF2-40B4-BE49-F238E27FC236}">
                        <a16:creationId xmlns:a16="http://schemas.microsoft.com/office/drawing/2014/main" id="{B6433A14-A8AE-9844-E5D1-10F47D0ECCFA}"/>
                      </a:ext>
                    </a:extLst>
                  </p:cNvPr>
                  <p:cNvGrpSpPr/>
                  <p:nvPr/>
                </p:nvGrpSpPr>
                <p:grpSpPr>
                  <a:xfrm>
                    <a:off x="1377430" y="3930547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48" name="Соединительная линия уступом 232">
                      <a:extLst>
                        <a:ext uri="{FF2B5EF4-FFF2-40B4-BE49-F238E27FC236}">
                          <a16:creationId xmlns:a16="http://schemas.microsoft.com/office/drawing/2014/main" id="{89BAF6BA-9361-EAAE-0B1B-2F5B8718089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9" name="Соединительная линия уступом 235">
                      <a:extLst>
                        <a:ext uri="{FF2B5EF4-FFF2-40B4-BE49-F238E27FC236}">
                          <a16:creationId xmlns:a16="http://schemas.microsoft.com/office/drawing/2014/main" id="{5C960C1B-9298-43F8-ACC9-ABB172B058E2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45" name="Группа 238">
                    <a:extLst>
                      <a:ext uri="{FF2B5EF4-FFF2-40B4-BE49-F238E27FC236}">
                        <a16:creationId xmlns:a16="http://schemas.microsoft.com/office/drawing/2014/main" id="{5A710872-CDAB-3C55-E666-E0C5CAAACA2D}"/>
                      </a:ext>
                    </a:extLst>
                  </p:cNvPr>
                  <p:cNvGrpSpPr/>
                  <p:nvPr/>
                </p:nvGrpSpPr>
                <p:grpSpPr>
                  <a:xfrm>
                    <a:off x="4855901" y="3925798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46" name="Соединительная линия уступом 247">
                      <a:extLst>
                        <a:ext uri="{FF2B5EF4-FFF2-40B4-BE49-F238E27FC236}">
                          <a16:creationId xmlns:a16="http://schemas.microsoft.com/office/drawing/2014/main" id="{B6E49BFC-6E56-8171-293F-2616EF19C68C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7" name="Соединительная линия уступом 248">
                      <a:extLst>
                        <a:ext uri="{FF2B5EF4-FFF2-40B4-BE49-F238E27FC236}">
                          <a16:creationId xmlns:a16="http://schemas.microsoft.com/office/drawing/2014/main" id="{983B3A72-14FB-CA28-6B1E-5CB4F8EB4CA4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37" name="6-конечная звезда 261">
                  <a:extLst>
                    <a:ext uri="{FF2B5EF4-FFF2-40B4-BE49-F238E27FC236}">
                      <a16:creationId xmlns:a16="http://schemas.microsoft.com/office/drawing/2014/main" id="{3983F730-B9C4-B903-C06E-96A8BC293F8D}"/>
                    </a:ext>
                  </a:extLst>
                </p:cNvPr>
                <p:cNvSpPr/>
                <p:nvPr/>
              </p:nvSpPr>
              <p:spPr>
                <a:xfrm>
                  <a:off x="915594" y="522376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38" name="6-конечная звезда 262">
                  <a:extLst>
                    <a:ext uri="{FF2B5EF4-FFF2-40B4-BE49-F238E27FC236}">
                      <a16:creationId xmlns:a16="http://schemas.microsoft.com/office/drawing/2014/main" id="{33901345-F1AA-739B-6A0F-2A21BB6269BE}"/>
                    </a:ext>
                  </a:extLst>
                </p:cNvPr>
                <p:cNvSpPr/>
                <p:nvPr/>
              </p:nvSpPr>
              <p:spPr>
                <a:xfrm>
                  <a:off x="2830286" y="5228252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39" name="6-конечная звезда 263">
                  <a:extLst>
                    <a:ext uri="{FF2B5EF4-FFF2-40B4-BE49-F238E27FC236}">
                      <a16:creationId xmlns:a16="http://schemas.microsoft.com/office/drawing/2014/main" id="{D721F111-0AC0-BB1B-B3E7-7999CD5CBB20}"/>
                    </a:ext>
                  </a:extLst>
                </p:cNvPr>
                <p:cNvSpPr/>
                <p:nvPr/>
              </p:nvSpPr>
              <p:spPr>
                <a:xfrm>
                  <a:off x="4156855" y="5244863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40" name="6-конечная звезда 264">
                  <a:extLst>
                    <a:ext uri="{FF2B5EF4-FFF2-40B4-BE49-F238E27FC236}">
                      <a16:creationId xmlns:a16="http://schemas.microsoft.com/office/drawing/2014/main" id="{385AC611-3287-6BF1-B82A-A9C22F0B1F0E}"/>
                    </a:ext>
                  </a:extLst>
                </p:cNvPr>
                <p:cNvSpPr/>
                <p:nvPr/>
              </p:nvSpPr>
              <p:spPr>
                <a:xfrm>
                  <a:off x="6008914" y="525313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</a:p>
              </p:txBody>
            </p:sp>
            <p:sp>
              <p:nvSpPr>
                <p:cNvPr id="41" name="Левая фигурная скобка 40">
                  <a:extLst>
                    <a:ext uri="{FF2B5EF4-FFF2-40B4-BE49-F238E27FC236}">
                      <a16:creationId xmlns:a16="http://schemas.microsoft.com/office/drawing/2014/main" id="{56C622DA-A17F-6C6C-EAA4-8047437D9A39}"/>
                    </a:ext>
                  </a:extLst>
                </p:cNvPr>
                <p:cNvSpPr/>
                <p:nvPr/>
              </p:nvSpPr>
              <p:spPr>
                <a:xfrm rot="16200000">
                  <a:off x="4437862" y="3992215"/>
                  <a:ext cx="458779" cy="4102104"/>
                </a:xfrm>
                <a:prstGeom prst="leftBrace">
                  <a:avLst/>
                </a:prstGeom>
                <a:ln w="28575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ru-RU"/>
                </a:p>
              </p:txBody>
            </p:sp>
          </p:grpSp>
          <p:sp>
            <p:nvSpPr>
              <p:cNvPr id="19" name="Прямоугольник 18">
                <a:extLst>
                  <a:ext uri="{FF2B5EF4-FFF2-40B4-BE49-F238E27FC236}">
                    <a16:creationId xmlns:a16="http://schemas.microsoft.com/office/drawing/2014/main" id="{3834ADAF-B222-27D7-0764-7A7AA9B1BC0D}"/>
                  </a:ext>
                </a:extLst>
              </p:cNvPr>
              <p:cNvSpPr/>
              <p:nvPr/>
            </p:nvSpPr>
            <p:spPr>
              <a:xfrm>
                <a:off x="4371020" y="6213932"/>
                <a:ext cx="2258953" cy="523220"/>
              </a:xfrm>
              <a:prstGeom prst="rect">
                <a:avLst/>
              </a:prstGeom>
              <a:gradFill>
                <a:gsLst>
                  <a:gs pos="100000">
                    <a:srgbClr val="FF3399"/>
                  </a:gs>
                  <a:gs pos="86000">
                    <a:srgbClr val="FF33CC"/>
                  </a:gs>
                  <a:gs pos="19000">
                    <a:srgbClr val="FF66FF"/>
                  </a:gs>
                </a:gsLst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wrap="none">
                <a:spAutoFit/>
              </a:bodyPr>
              <a:lstStyle/>
              <a:p>
                <a:pPr algn="ctr"/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1 125 </a:t>
                </a:r>
                <a:r>
                  <a:rPr lang="en-US" sz="2800" b="1" dirty="0" err="1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Прямоугольник 19">
                <a:extLst>
                  <a:ext uri="{FF2B5EF4-FFF2-40B4-BE49-F238E27FC236}">
                    <a16:creationId xmlns:a16="http://schemas.microsoft.com/office/drawing/2014/main" id="{4E6DDE5C-C220-BEC5-6C8A-48D7E918EE07}"/>
                  </a:ext>
                </a:extLst>
              </p:cNvPr>
              <p:cNvSpPr/>
              <p:nvPr/>
            </p:nvSpPr>
            <p:spPr>
              <a:xfrm>
                <a:off x="4401634" y="1315107"/>
                <a:ext cx="1984587" cy="523220"/>
              </a:xfrm>
              <a:prstGeom prst="rect">
                <a:avLst/>
              </a:prstGeom>
              <a:gradFill>
                <a:gsLst>
                  <a:gs pos="96000">
                    <a:srgbClr val="FF3399"/>
                  </a:gs>
                  <a:gs pos="41000">
                    <a:srgbClr val="FF66FF"/>
                  </a:gs>
                  <a:gs pos="19000">
                    <a:srgbClr val="FF66FF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375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22" name="Рисунок 21">
                <a:extLst>
                  <a:ext uri="{FF2B5EF4-FFF2-40B4-BE49-F238E27FC236}">
                    <a16:creationId xmlns:a16="http://schemas.microsoft.com/office/drawing/2014/main" id="{E25180DF-5DEC-86A5-DEE3-40FE6C44CB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6193" y="237787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23" name="Рисунок 22">
                <a:extLst>
                  <a:ext uri="{FF2B5EF4-FFF2-40B4-BE49-F238E27FC236}">
                    <a16:creationId xmlns:a16="http://schemas.microsoft.com/office/drawing/2014/main" id="{4238A2B5-EA54-5054-0810-3DC8D75E0C0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0761" y="2401623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1" name="Рисунок 30">
                <a:extLst>
                  <a:ext uri="{FF2B5EF4-FFF2-40B4-BE49-F238E27FC236}">
                    <a16:creationId xmlns:a16="http://schemas.microsoft.com/office/drawing/2014/main" id="{D3112222-E28F-7E6F-3EE0-AE164272A8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227" y="384946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3" name="Рисунок 32">
                <a:extLst>
                  <a:ext uri="{FF2B5EF4-FFF2-40B4-BE49-F238E27FC236}">
                    <a16:creationId xmlns:a16="http://schemas.microsoft.com/office/drawing/2014/main" id="{7F73761E-E173-5748-85B3-4EEE299FC0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839" y="3885099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4" name="Рисунок 33">
                <a:extLst>
                  <a:ext uri="{FF2B5EF4-FFF2-40B4-BE49-F238E27FC236}">
                    <a16:creationId xmlns:a16="http://schemas.microsoft.com/office/drawing/2014/main" id="{1E59BDED-B906-2042-29FC-8BA3F4F6E3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6576" y="3930327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35" name="Рисунок 34">
                <a:extLst>
                  <a:ext uri="{FF2B5EF4-FFF2-40B4-BE49-F238E27FC236}">
                    <a16:creationId xmlns:a16="http://schemas.microsoft.com/office/drawing/2014/main" id="{B9AE7499-658F-7363-0A9A-24CBACD0C9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5693" y="3872968"/>
                <a:ext cx="1399257" cy="139925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718077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B0691-75C0-AE59-80B1-CCE754AC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10">
            <a:extLst>
              <a:ext uri="{FF2B5EF4-FFF2-40B4-BE49-F238E27FC236}">
                <a16:creationId xmlns:a16="http://schemas.microsoft.com/office/drawing/2014/main" id="{113843F1-FC64-787C-A20D-4FEC8C8A66F3}"/>
              </a:ext>
            </a:extLst>
          </p:cNvPr>
          <p:cNvSpPr/>
          <p:nvPr/>
        </p:nvSpPr>
        <p:spPr>
          <a:xfrm rot="5400000">
            <a:off x="6035096" y="668445"/>
            <a:ext cx="6396336" cy="5982777"/>
          </a:xfrm>
          <a:custGeom>
            <a:avLst/>
            <a:gdLst>
              <a:gd name="connsiteX0" fmla="*/ 5753100 w 5753100"/>
              <a:gd name="connsiteY0" fmla="*/ 474345 h 5753100"/>
              <a:gd name="connsiteX1" fmla="*/ 5753100 w 5753100"/>
              <a:gd name="connsiteY1" fmla="*/ 5278755 h 5753100"/>
              <a:gd name="connsiteX2" fmla="*/ 5278755 w 5753100"/>
              <a:gd name="connsiteY2" fmla="*/ 5753100 h 5753100"/>
              <a:gd name="connsiteX3" fmla="*/ 2318385 w 5753100"/>
              <a:gd name="connsiteY3" fmla="*/ 5753100 h 5753100"/>
              <a:gd name="connsiteX4" fmla="*/ 1844040 w 5753100"/>
              <a:gd name="connsiteY4" fmla="*/ 5278755 h 5753100"/>
              <a:gd name="connsiteX5" fmla="*/ 1844040 w 5753100"/>
              <a:gd name="connsiteY5" fmla="*/ 4386263 h 5753100"/>
              <a:gd name="connsiteX6" fmla="*/ 1369695 w 5753100"/>
              <a:gd name="connsiteY6" fmla="*/ 3910013 h 5753100"/>
              <a:gd name="connsiteX7" fmla="*/ 474345 w 5753100"/>
              <a:gd name="connsiteY7" fmla="*/ 3910013 h 5753100"/>
              <a:gd name="connsiteX8" fmla="*/ 0 w 5753100"/>
              <a:gd name="connsiteY8" fmla="*/ 3435668 h 5753100"/>
              <a:gd name="connsiteX9" fmla="*/ 0 w 5753100"/>
              <a:gd name="connsiteY9" fmla="*/ 474345 h 5753100"/>
              <a:gd name="connsiteX10" fmla="*/ 474345 w 5753100"/>
              <a:gd name="connsiteY10" fmla="*/ 0 h 5753100"/>
              <a:gd name="connsiteX11" fmla="*/ 5278755 w 5753100"/>
              <a:gd name="connsiteY11" fmla="*/ 0 h 5753100"/>
              <a:gd name="connsiteX12" fmla="*/ 5753100 w 5753100"/>
              <a:gd name="connsiteY12" fmla="*/ 474345 h 575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753100" h="5753100">
                <a:moveTo>
                  <a:pt x="5753100" y="474345"/>
                </a:moveTo>
                <a:lnTo>
                  <a:pt x="5753100" y="5278755"/>
                </a:lnTo>
                <a:cubicBezTo>
                  <a:pt x="5753100" y="5540693"/>
                  <a:pt x="5540693" y="5753100"/>
                  <a:pt x="5278755" y="5753100"/>
                </a:cubicBezTo>
                <a:lnTo>
                  <a:pt x="2318385" y="5753100"/>
                </a:lnTo>
                <a:cubicBezTo>
                  <a:pt x="2056448" y="5753100"/>
                  <a:pt x="1844040" y="5540693"/>
                  <a:pt x="1844040" y="5278755"/>
                </a:cubicBezTo>
                <a:lnTo>
                  <a:pt x="1844040" y="4386263"/>
                </a:lnTo>
                <a:cubicBezTo>
                  <a:pt x="1844040" y="4123373"/>
                  <a:pt x="1631633" y="3910965"/>
                  <a:pt x="1369695" y="3910013"/>
                </a:cubicBezTo>
                <a:lnTo>
                  <a:pt x="474345" y="3910013"/>
                </a:lnTo>
                <a:cubicBezTo>
                  <a:pt x="212408" y="3910013"/>
                  <a:pt x="0" y="3697605"/>
                  <a:pt x="0" y="3435668"/>
                </a:cubicBezTo>
                <a:lnTo>
                  <a:pt x="0" y="474345"/>
                </a:lnTo>
                <a:cubicBezTo>
                  <a:pt x="0" y="212408"/>
                  <a:pt x="212408" y="0"/>
                  <a:pt x="474345" y="0"/>
                </a:cubicBezTo>
                <a:lnTo>
                  <a:pt x="5278755" y="0"/>
                </a:lnTo>
                <a:cubicBezTo>
                  <a:pt x="5540693" y="0"/>
                  <a:pt x="5753100" y="212408"/>
                  <a:pt x="5753100" y="474345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4" name="Rectangle: Rounded Corners 33">
            <a:extLst>
              <a:ext uri="{FF2B5EF4-FFF2-40B4-BE49-F238E27FC236}">
                <a16:creationId xmlns:a16="http://schemas.microsoft.com/office/drawing/2014/main" id="{1FD24E31-C590-02BA-C0A2-B89EEEACCD23}"/>
              </a:ext>
            </a:extLst>
          </p:cNvPr>
          <p:cNvSpPr/>
          <p:nvPr/>
        </p:nvSpPr>
        <p:spPr>
          <a:xfrm>
            <a:off x="6450757" y="570627"/>
            <a:ext cx="1514398" cy="1453350"/>
          </a:xfrm>
          <a:prstGeom prst="roundRect">
            <a:avLst>
              <a:gd name="adj" fmla="val 50000"/>
            </a:avLst>
          </a:prstGeom>
          <a:blipFill>
            <a:blip r:embed="rId3"/>
            <a:stretch>
              <a:fillRect/>
            </a:stretch>
          </a:blip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5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GB" sz="5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BE3FBB1-5794-1757-E697-619EC3C76F59}"/>
              </a:ext>
            </a:extLst>
          </p:cNvPr>
          <p:cNvSpPr/>
          <p:nvPr/>
        </p:nvSpPr>
        <p:spPr>
          <a:xfrm>
            <a:off x="-2753" y="0"/>
            <a:ext cx="7128588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 prst="angle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dirty="0">
                <a:ln w="11430"/>
                <a:solidFill>
                  <a:srgbClr val="33CC33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   </a:t>
            </a:r>
            <a:r>
              <a:rPr lang="ru-RU" sz="5400" b="1" dirty="0">
                <a:ln w="11430"/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itchFamily="18" charset="0"/>
                <a:cs typeface="Times New Roman" pitchFamily="18" charset="0"/>
              </a:rPr>
              <a:t>5 уровень</a:t>
            </a:r>
            <a:endParaRPr lang="ru-RU" sz="5400" b="1" cap="none" spc="0" dirty="0">
              <a:ln w="11430"/>
              <a:gradFill>
                <a:gsLst>
                  <a:gs pos="34000">
                    <a:srgbClr val="9933FF"/>
                  </a:gs>
                  <a:gs pos="65000">
                    <a:srgbClr val="CC99FF"/>
                  </a:gs>
                </a:gsLst>
                <a:lin ang="5400000" scaled="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1E4AAED-A4B1-9F73-2D87-181864781DEE}"/>
              </a:ext>
            </a:extLst>
          </p:cNvPr>
          <p:cNvSpPr/>
          <p:nvPr/>
        </p:nvSpPr>
        <p:spPr>
          <a:xfrm>
            <a:off x="9233264" y="0"/>
            <a:ext cx="25731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1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= 1 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USDT</a:t>
            </a:r>
            <a:endParaRPr lang="ru-RU" sz="2400" dirty="0">
              <a:solidFill>
                <a:schemeClr val="bg1"/>
              </a:solidFill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8504CFB3-DFD9-F9A8-A56A-0BCE4011B1EC}"/>
              </a:ext>
            </a:extLst>
          </p:cNvPr>
          <p:cNvGrpSpPr/>
          <p:nvPr/>
        </p:nvGrpSpPr>
        <p:grpSpPr>
          <a:xfrm>
            <a:off x="-66052" y="923330"/>
            <a:ext cx="6416606" cy="4866082"/>
            <a:chOff x="599227" y="941135"/>
            <a:chExt cx="6416606" cy="4866082"/>
          </a:xfrm>
        </p:grpSpPr>
        <p:pic>
          <p:nvPicPr>
            <p:cNvPr id="32" name="Рисунок 31">
              <a:extLst>
                <a:ext uri="{FF2B5EF4-FFF2-40B4-BE49-F238E27FC236}">
                  <a16:creationId xmlns:a16="http://schemas.microsoft.com/office/drawing/2014/main" id="{4BB18082-0E17-D32C-84C2-44CF88DFCF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6065" y="941135"/>
              <a:ext cx="1399257" cy="1399257"/>
            </a:xfrm>
            <a:prstGeom prst="rect">
              <a:avLst/>
            </a:prstGeom>
          </p:spPr>
        </p:pic>
        <p:grpSp>
          <p:nvGrpSpPr>
            <p:cNvPr id="3" name="Группа 2">
              <a:extLst>
                <a:ext uri="{FF2B5EF4-FFF2-40B4-BE49-F238E27FC236}">
                  <a16:creationId xmlns:a16="http://schemas.microsoft.com/office/drawing/2014/main" id="{7D9C3815-40A7-450F-5397-A2D22CF94B73}"/>
                </a:ext>
              </a:extLst>
            </p:cNvPr>
            <p:cNvGrpSpPr/>
            <p:nvPr/>
          </p:nvGrpSpPr>
          <p:grpSpPr>
            <a:xfrm>
              <a:off x="599227" y="1315107"/>
              <a:ext cx="6416606" cy="4492110"/>
              <a:chOff x="599227" y="1315107"/>
              <a:chExt cx="6416606" cy="4492110"/>
            </a:xfrm>
          </p:grpSpPr>
          <p:grpSp>
            <p:nvGrpSpPr>
              <p:cNvPr id="6" name="Группа 266">
                <a:extLst>
                  <a:ext uri="{FF2B5EF4-FFF2-40B4-BE49-F238E27FC236}">
                    <a16:creationId xmlns:a16="http://schemas.microsoft.com/office/drawing/2014/main" id="{2E14AF79-EAD8-F5C0-CEB1-3D9ED381DCE0}"/>
                  </a:ext>
                </a:extLst>
              </p:cNvPr>
              <p:cNvGrpSpPr/>
              <p:nvPr/>
            </p:nvGrpSpPr>
            <p:grpSpPr>
              <a:xfrm>
                <a:off x="915594" y="2178187"/>
                <a:ext cx="5699810" cy="3629030"/>
                <a:chOff x="915594" y="2200534"/>
                <a:chExt cx="5699810" cy="3687083"/>
              </a:xfrm>
            </p:grpSpPr>
            <p:grpSp>
              <p:nvGrpSpPr>
                <p:cNvPr id="7" name="Группа 250">
                  <a:extLst>
                    <a:ext uri="{FF2B5EF4-FFF2-40B4-BE49-F238E27FC236}">
                      <a16:creationId xmlns:a16="http://schemas.microsoft.com/office/drawing/2014/main" id="{CD557D70-FEDB-D804-63E5-ABC356BC1A00}"/>
                    </a:ext>
                  </a:extLst>
                </p:cNvPr>
                <p:cNvGrpSpPr/>
                <p:nvPr/>
              </p:nvGrpSpPr>
              <p:grpSpPr>
                <a:xfrm>
                  <a:off x="1302571" y="2200534"/>
                  <a:ext cx="4989665" cy="1812583"/>
                  <a:chOff x="1377430" y="2334298"/>
                  <a:chExt cx="5503213" cy="1983413"/>
                </a:xfrm>
              </p:grpSpPr>
              <p:cxnSp>
                <p:nvCxnSpPr>
                  <p:cNvPr id="15" name="Соединительная линия уступом 215">
                    <a:extLst>
                      <a:ext uri="{FF2B5EF4-FFF2-40B4-BE49-F238E27FC236}">
                        <a16:creationId xmlns:a16="http://schemas.microsoft.com/office/drawing/2014/main" id="{B2F02D62-111B-2DB1-CD2A-B8DA44B7E7E2}"/>
                      </a:ext>
                    </a:extLst>
                  </p:cNvPr>
                  <p:cNvCxnSpPr/>
                  <p:nvPr/>
                </p:nvCxnSpPr>
                <p:spPr>
                  <a:xfrm rot="5400000">
                    <a:off x="3031312" y="1665368"/>
                    <a:ext cx="395149" cy="1735711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Соединительная линия уступом 221">
                    <a:extLst>
                      <a:ext uri="{FF2B5EF4-FFF2-40B4-BE49-F238E27FC236}">
                        <a16:creationId xmlns:a16="http://schemas.microsoft.com/office/drawing/2014/main" id="{2069A7CC-D366-5E75-7B5E-4C4F67B69D27}"/>
                      </a:ext>
                    </a:extLst>
                  </p:cNvPr>
                  <p:cNvCxnSpPr/>
                  <p:nvPr/>
                </p:nvCxnSpPr>
                <p:spPr>
                  <a:xfrm rot="16200000" flipH="1">
                    <a:off x="4770000" y="1664698"/>
                    <a:ext cx="396000" cy="1735200"/>
                  </a:xfrm>
                  <a:prstGeom prst="bentConnector3">
                    <a:avLst>
                      <a:gd name="adj1" fmla="val 50000"/>
                    </a:avLst>
                  </a:prstGeom>
                  <a:ln w="28575" cmpd="sng">
                    <a:solidFill>
                      <a:schemeClr val="bg1"/>
                    </a:solidFill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8" name="Группа 238">
                    <a:extLst>
                      <a:ext uri="{FF2B5EF4-FFF2-40B4-BE49-F238E27FC236}">
                        <a16:creationId xmlns:a16="http://schemas.microsoft.com/office/drawing/2014/main" id="{FAED86B0-69F7-426B-6B02-1D2270FA1EFF}"/>
                      </a:ext>
                    </a:extLst>
                  </p:cNvPr>
                  <p:cNvGrpSpPr/>
                  <p:nvPr/>
                </p:nvGrpSpPr>
                <p:grpSpPr>
                  <a:xfrm>
                    <a:off x="1377430" y="3930547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26" name="Соединительная линия уступом 232">
                      <a:extLst>
                        <a:ext uri="{FF2B5EF4-FFF2-40B4-BE49-F238E27FC236}">
                          <a16:creationId xmlns:a16="http://schemas.microsoft.com/office/drawing/2014/main" id="{9E39D07C-8894-1F39-1A84-6F4DEA9E528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Соединительная линия уступом 235">
                      <a:extLst>
                        <a:ext uri="{FF2B5EF4-FFF2-40B4-BE49-F238E27FC236}">
                          <a16:creationId xmlns:a16="http://schemas.microsoft.com/office/drawing/2014/main" id="{950730ED-50A8-B441-5AE1-6302EACA6BC7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1" name="Группа 238">
                    <a:extLst>
                      <a:ext uri="{FF2B5EF4-FFF2-40B4-BE49-F238E27FC236}">
                        <a16:creationId xmlns:a16="http://schemas.microsoft.com/office/drawing/2014/main" id="{A0B924BD-EDEB-23D4-8098-45F61522FF00}"/>
                      </a:ext>
                    </a:extLst>
                  </p:cNvPr>
                  <p:cNvGrpSpPr/>
                  <p:nvPr/>
                </p:nvGrpSpPr>
                <p:grpSpPr>
                  <a:xfrm>
                    <a:off x="4855901" y="3925798"/>
                    <a:ext cx="2024742" cy="387164"/>
                    <a:chOff x="1500596" y="2796077"/>
                    <a:chExt cx="1799999" cy="169577"/>
                  </a:xfrm>
                </p:grpSpPr>
                <p:cxnSp>
                  <p:nvCxnSpPr>
                    <p:cNvPr id="24" name="Соединительная линия уступом 247">
                      <a:extLst>
                        <a:ext uri="{FF2B5EF4-FFF2-40B4-BE49-F238E27FC236}">
                          <a16:creationId xmlns:a16="http://schemas.microsoft.com/office/drawing/2014/main" id="{A57D3DDC-BD46-2EAB-18E0-1882A6C62760}"/>
                        </a:ext>
                      </a:extLst>
                    </p:cNvPr>
                    <p:cNvCxnSpPr/>
                    <p:nvPr/>
                  </p:nvCxnSpPr>
                  <p:spPr>
                    <a:xfrm rot="5400000">
                      <a:off x="1865818" y="2430877"/>
                      <a:ext cx="169555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Соединительная линия уступом 248">
                      <a:extLst>
                        <a:ext uri="{FF2B5EF4-FFF2-40B4-BE49-F238E27FC236}">
                          <a16:creationId xmlns:a16="http://schemas.microsoft.com/office/drawing/2014/main" id="{04E49B62-DF9F-4CA8-1E7B-8705898F32B1}"/>
                        </a:ext>
                      </a:extLst>
                    </p:cNvPr>
                    <p:cNvCxnSpPr/>
                    <p:nvPr/>
                  </p:nvCxnSpPr>
                  <p:spPr>
                    <a:xfrm rot="16200000" flipH="1">
                      <a:off x="2765818" y="2430854"/>
                      <a:ext cx="169553" cy="900000"/>
                    </a:xfrm>
                    <a:prstGeom prst="bentConnector3">
                      <a:avLst>
                        <a:gd name="adj1" fmla="val 50000"/>
                      </a:avLst>
                    </a:prstGeom>
                    <a:ln w="28575" cmpd="sng">
                      <a:solidFill>
                        <a:schemeClr val="bg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8" name="6-конечная звезда 261">
                  <a:extLst>
                    <a:ext uri="{FF2B5EF4-FFF2-40B4-BE49-F238E27FC236}">
                      <a16:creationId xmlns:a16="http://schemas.microsoft.com/office/drawing/2014/main" id="{069C3598-EBCD-230C-7CCC-09D99C7EC69B}"/>
                    </a:ext>
                  </a:extLst>
                </p:cNvPr>
                <p:cNvSpPr/>
                <p:nvPr/>
              </p:nvSpPr>
              <p:spPr>
                <a:xfrm>
                  <a:off x="915594" y="522376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1</a:t>
                  </a:r>
                </a:p>
              </p:txBody>
            </p:sp>
            <p:sp>
              <p:nvSpPr>
                <p:cNvPr id="9" name="6-конечная звезда 262">
                  <a:extLst>
                    <a:ext uri="{FF2B5EF4-FFF2-40B4-BE49-F238E27FC236}">
                      <a16:creationId xmlns:a16="http://schemas.microsoft.com/office/drawing/2014/main" id="{352DD3C9-8B01-6D57-24BC-1E53396C2591}"/>
                    </a:ext>
                  </a:extLst>
                </p:cNvPr>
                <p:cNvSpPr/>
                <p:nvPr/>
              </p:nvSpPr>
              <p:spPr>
                <a:xfrm>
                  <a:off x="2830286" y="5228252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2</a:t>
                  </a:r>
                </a:p>
              </p:txBody>
            </p:sp>
            <p:sp>
              <p:nvSpPr>
                <p:cNvPr id="10" name="6-конечная звезда 263">
                  <a:extLst>
                    <a:ext uri="{FF2B5EF4-FFF2-40B4-BE49-F238E27FC236}">
                      <a16:creationId xmlns:a16="http://schemas.microsoft.com/office/drawing/2014/main" id="{486FAA69-105F-22A0-327C-7CA0F7BDC9E8}"/>
                    </a:ext>
                  </a:extLst>
                </p:cNvPr>
                <p:cNvSpPr/>
                <p:nvPr/>
              </p:nvSpPr>
              <p:spPr>
                <a:xfrm>
                  <a:off x="4156855" y="5244863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3</a:t>
                  </a:r>
                </a:p>
              </p:txBody>
            </p:sp>
            <p:sp>
              <p:nvSpPr>
                <p:cNvPr id="11" name="6-конечная звезда 264">
                  <a:extLst>
                    <a:ext uri="{FF2B5EF4-FFF2-40B4-BE49-F238E27FC236}">
                      <a16:creationId xmlns:a16="http://schemas.microsoft.com/office/drawing/2014/main" id="{CBFE113A-2215-ADEC-DCE3-6AD4A0DA34A7}"/>
                    </a:ext>
                  </a:extLst>
                </p:cNvPr>
                <p:cNvSpPr/>
                <p:nvPr/>
              </p:nvSpPr>
              <p:spPr>
                <a:xfrm>
                  <a:off x="6008914" y="5253135"/>
                  <a:ext cx="606490" cy="634482"/>
                </a:xfrm>
                <a:prstGeom prst="star6">
                  <a:avLst/>
                </a:prstGeom>
                <a:gradFill>
                  <a:gsLst>
                    <a:gs pos="34000">
                      <a:srgbClr val="9933FF"/>
                    </a:gs>
                    <a:gs pos="65000">
                      <a:srgbClr val="CC99FF"/>
                    </a:gs>
                  </a:gsLst>
                  <a:lin ang="5400000" scaled="0"/>
                </a:gradFill>
                <a:ln>
                  <a:noFill/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ru-RU" sz="2800" dirty="0">
                      <a:solidFill>
                        <a:schemeClr val="bg1"/>
                      </a:solidFill>
                      <a:latin typeface="Times New Roman" pitchFamily="18" charset="0"/>
                      <a:cs typeface="Times New Roman" pitchFamily="18" charset="0"/>
                    </a:rPr>
                    <a:t>4</a:t>
                  </a:r>
                </a:p>
              </p:txBody>
            </p:sp>
          </p:grpSp>
          <p:sp>
            <p:nvSpPr>
              <p:cNvPr id="29" name="Прямоугольник 28">
                <a:extLst>
                  <a:ext uri="{FF2B5EF4-FFF2-40B4-BE49-F238E27FC236}">
                    <a16:creationId xmlns:a16="http://schemas.microsoft.com/office/drawing/2014/main" id="{60A0BFE8-35B8-2915-AC81-2870B50FBF7F}"/>
                  </a:ext>
                </a:extLst>
              </p:cNvPr>
              <p:cNvSpPr/>
              <p:nvPr/>
            </p:nvSpPr>
            <p:spPr>
              <a:xfrm>
                <a:off x="4401634" y="1315107"/>
                <a:ext cx="2151537" cy="523220"/>
              </a:xfrm>
              <a:prstGeom prst="rect">
                <a:avLst/>
              </a:prstGeom>
              <a:gradFill>
                <a:gsLst>
                  <a:gs pos="96000">
                    <a:srgbClr val="FF3399"/>
                  </a:gs>
                  <a:gs pos="41000">
                    <a:srgbClr val="FF66FF"/>
                  </a:gs>
                  <a:gs pos="19000">
                    <a:srgbClr val="FF66FF"/>
                  </a:gs>
                </a:gsLst>
                <a:lin ang="5400000" scaled="0"/>
              </a:gra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ru-RU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1 125 </a:t>
                </a:r>
                <a:r>
                  <a:rPr lang="en-US" sz="2800" b="1" dirty="0" err="1">
                    <a:latin typeface="Times New Roman" pitchFamily="18" charset="0"/>
                    <a:cs typeface="Times New Roman" pitchFamily="18" charset="0"/>
                  </a:rPr>
                  <a:t>uLime</a:t>
                </a:r>
                <a:r>
                  <a:rPr lang="en-US" sz="28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endParaRPr lang="ru-RU" sz="2800" b="1" dirty="0">
                  <a:solidFill>
                    <a:schemeClr val="bg1"/>
                  </a:solidFill>
                </a:endParaRPr>
              </a:p>
            </p:txBody>
          </p:sp>
          <p:pic>
            <p:nvPicPr>
              <p:cNvPr id="62" name="Рисунок 61">
                <a:extLst>
                  <a:ext uri="{FF2B5EF4-FFF2-40B4-BE49-F238E27FC236}">
                    <a16:creationId xmlns:a16="http://schemas.microsoft.com/office/drawing/2014/main" id="{164A3EEF-422E-94B0-7DC2-F604A0CACA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76193" y="237787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63" name="Рисунок 62">
                <a:extLst>
                  <a:ext uri="{FF2B5EF4-FFF2-40B4-BE49-F238E27FC236}">
                    <a16:creationId xmlns:a16="http://schemas.microsoft.com/office/drawing/2014/main" id="{836B3FD5-00F0-7C65-23D4-ACC41EEB2E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00761" y="2401623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64" name="Рисунок 63">
                <a:extLst>
                  <a:ext uri="{FF2B5EF4-FFF2-40B4-BE49-F238E27FC236}">
                    <a16:creationId xmlns:a16="http://schemas.microsoft.com/office/drawing/2014/main" id="{A5BA0F3D-AF1B-BFE4-B331-CE5843A42A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9227" y="3849462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65" name="Рисунок 64">
                <a:extLst>
                  <a:ext uri="{FF2B5EF4-FFF2-40B4-BE49-F238E27FC236}">
                    <a16:creationId xmlns:a16="http://schemas.microsoft.com/office/drawing/2014/main" id="{2DFFC49A-538E-41AA-88FB-98E2023D4F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16839" y="3885099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66" name="Рисунок 65">
                <a:extLst>
                  <a:ext uri="{FF2B5EF4-FFF2-40B4-BE49-F238E27FC236}">
                    <a16:creationId xmlns:a16="http://schemas.microsoft.com/office/drawing/2014/main" id="{3F77AF0E-F06E-E13E-AC5D-3BB6677397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16576" y="3930327"/>
                <a:ext cx="1399257" cy="1399257"/>
              </a:xfrm>
              <a:prstGeom prst="rect">
                <a:avLst/>
              </a:prstGeom>
            </p:spPr>
          </p:pic>
          <p:pic>
            <p:nvPicPr>
              <p:cNvPr id="67" name="Рисунок 66">
                <a:extLst>
                  <a:ext uri="{FF2B5EF4-FFF2-40B4-BE49-F238E27FC236}">
                    <a16:creationId xmlns:a16="http://schemas.microsoft.com/office/drawing/2014/main" id="{96E3C8BB-2D07-2A04-EB81-5C0D9F0A1F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75693" y="3872968"/>
                <a:ext cx="1399257" cy="1399257"/>
              </a:xfrm>
              <a:prstGeom prst="rect">
                <a:avLst/>
              </a:prstGeom>
            </p:spPr>
          </p:pic>
        </p:grp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5C2FEA99-35E2-41FB-EFC0-68A7571FC600}"/>
              </a:ext>
            </a:extLst>
          </p:cNvPr>
          <p:cNvSpPr txBox="1"/>
          <p:nvPr/>
        </p:nvSpPr>
        <p:spPr>
          <a:xfrm>
            <a:off x="6159754" y="461665"/>
            <a:ext cx="675924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algn="ctr"/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               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 Активация 1 125 </a:t>
            </a:r>
            <a:r>
              <a:rPr lang="en-US" sz="2200" b="1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ctr"/>
            <a:endParaRPr lang="ru-RU" sz="2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b="1" i="1" dirty="0">
                <a:latin typeface="Times New Roman" pitchFamily="18" charset="0"/>
                <a:cs typeface="Times New Roman" pitchFamily="18" charset="0"/>
              </a:rPr>
              <a:t>                 1 место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выплата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700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endParaRPr lang="ru-RU" sz="2200" dirty="0">
              <a:solidFill>
                <a:srgbClr val="6600CC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                          реферальная выплата -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125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12 клонов в 1 уровень</a:t>
            </a:r>
          </a:p>
          <a:p>
            <a:r>
              <a:rPr lang="ru-RU" sz="2200" b="1" i="1" dirty="0">
                <a:latin typeface="Times New Roman" pitchFamily="18" charset="0"/>
                <a:cs typeface="Times New Roman" pitchFamily="18" charset="0"/>
              </a:rPr>
              <a:t>        2 место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выплата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400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              реферальная выплата -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125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1 клон во 2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1 клон в 3 уровень</a:t>
            </a:r>
          </a:p>
          <a:p>
            <a:pPr marL="342900" indent="-342900" algn="ctr">
              <a:buFont typeface="Wingdings" panose="05000000000000000000" pitchFamily="2" charset="2"/>
              <a:buChar char="ü"/>
            </a:pP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1 клон в 4 уровень</a:t>
            </a:r>
          </a:p>
          <a:p>
            <a:r>
              <a:rPr lang="ru-RU" sz="2200" b="1" i="1" dirty="0">
                <a:latin typeface="Times New Roman" pitchFamily="18" charset="0"/>
                <a:cs typeface="Times New Roman" pitchFamily="18" charset="0"/>
              </a:rPr>
              <a:t>        3 место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– выплата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75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              реферальная выплата -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50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sz="2200" i="1" dirty="0">
                <a:latin typeface="Times New Roman" pitchFamily="18" charset="0"/>
                <a:cs typeface="Times New Roman" pitchFamily="18" charset="0"/>
              </a:rPr>
              <a:t>                           (остаток 1 000 </a:t>
            </a:r>
            <a:r>
              <a:rPr lang="ru-RU" sz="2200" i="1" dirty="0" err="1"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i="1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2200" b="1" i="1" dirty="0">
                <a:latin typeface="Times New Roman" pitchFamily="18" charset="0"/>
                <a:cs typeface="Times New Roman" pitchFamily="18" charset="0"/>
              </a:rPr>
              <a:t>        4 место</a:t>
            </a:r>
            <a:r>
              <a:rPr lang="en-US" sz="22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выплата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1 035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               реферальная выплата - 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50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endParaRPr lang="ru-RU" sz="2200" dirty="0">
              <a:solidFill>
                <a:srgbClr val="6600CC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80 </a:t>
            </a:r>
            <a:r>
              <a:rPr lang="ru-RU" sz="2200" dirty="0" err="1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uLime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sz="2200" dirty="0">
                <a:solidFill>
                  <a:srgbClr val="66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на развитие проекта </a:t>
            </a:r>
            <a:endParaRPr lang="ru-RU" sz="2200" b="1" u="sng" dirty="0">
              <a:solidFill>
                <a:srgbClr val="34A64F"/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73786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4571</TotalTime>
  <Words>388</Words>
  <Application>Microsoft Office PowerPoint</Application>
  <PresentationFormat>Широкоэкранный</PresentationFormat>
  <Paragraphs>124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Оксана Шутова</dc:creator>
  <cp:lastModifiedBy>Оксана Шутова</cp:lastModifiedBy>
  <cp:revision>62</cp:revision>
  <dcterms:created xsi:type="dcterms:W3CDTF">2025-08-10T11:48:42Z</dcterms:created>
  <dcterms:modified xsi:type="dcterms:W3CDTF">2025-08-26T18:41:19Z</dcterms:modified>
</cp:coreProperties>
</file>