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986" r:id="rId2"/>
    <p:sldId id="2981" r:id="rId3"/>
    <p:sldId id="2957" r:id="rId4"/>
    <p:sldId id="2977" r:id="rId5"/>
    <p:sldId id="2978" r:id="rId6"/>
    <p:sldId id="2979" r:id="rId7"/>
    <p:sldId id="2980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FF"/>
    <a:srgbClr val="E8E7DF"/>
    <a:srgbClr val="FF33CC"/>
    <a:srgbClr val="00B0F0"/>
    <a:srgbClr val="764E6A"/>
    <a:srgbClr val="FFFF00"/>
    <a:srgbClr val="FF0000"/>
    <a:srgbClr val="33CC33"/>
    <a:srgbClr val="66FFFF"/>
    <a:srgbClr val="ACD9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EF31FE-C02B-4133-8CD9-BDFEAD682645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04F372-1A71-4B0D-8E8A-8F3F51C9F9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8303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9CD79-1DCD-A092-643D-797B1B035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2B0431D-A4D6-86E4-FE0C-DC37DF4B8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FD73267-A891-C8D0-DACE-3E381CD46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7CFE89-EB24-13EF-74BD-D6BA0F05D3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4F372-1A71-4B0D-8E8A-8F3F51C9F94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799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48921-3F79-1FEE-EB96-892C4EE9B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DE3ADC6-F5B6-01E7-2A2E-9E985DB68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A9F9366-3CE0-FE68-E12D-4D4A54C62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C9EF12D-38FD-E772-58C4-173100FB1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4F372-1A71-4B0D-8E8A-8F3F51C9F9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1825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ED7E5-59B9-FABC-597C-C1F71DC06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41E345C-5FCF-46F1-527D-BBEC554F2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A162E6A-5CE4-CF61-F14F-A0796556C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1B9EF55-51FB-E5FD-F08B-2C876EDCD7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4F372-1A71-4B0D-8E8A-8F3F51C9F9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09760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C5862-7B15-A72C-84FE-C85A7B8D7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7E322FD-799D-DB37-BABC-1F72F10AB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2F50F53-DFE8-F894-5BA1-B665BD1DB0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D0ED54-E451-8CC4-CA0A-4B32E23934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4F372-1A71-4B0D-8E8A-8F3F51C9F94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4312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40E87-AEF7-5EB2-488F-B2E716A15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E3B0BF1-DA07-7EA5-6FA5-BCCFE7F9C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C6AE643-7B39-ED62-F6FC-F3FD6378F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7C02FCC-9216-58AD-35F2-773E4DD1F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4F372-1A71-4B0D-8E8A-8F3F51C9F94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560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56168-7CCF-7890-AF3E-9EC1E3162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915AAEB-01BD-13BC-BCA5-9EFFF4136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2A5EAE0-6D13-0BFE-0A85-D20B16045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1AB08EB-775D-467C-6BC6-E29200A59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4F372-1A71-4B0D-8E8A-8F3F51C9F94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4135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B7EAE3-DE5D-C8CD-D69F-CDDC20AA7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4106A98-C438-0F82-96A8-FD0F270993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1A94A3-0388-CDAB-8883-AA0B6A0AB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EADCEE-5EE0-DA25-9476-0225DC32E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5E1E7A-A6AD-96E0-45F8-8F6D02900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833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6BF382-5DC0-9598-9F7D-8C7DD7F0B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AEC19E-7976-14A1-9457-BBFFD02C7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56BDD2-B822-312D-EECD-DD4427CEB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3C43EE-845B-0C99-A867-502270180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679E95-755E-BDC7-8A1B-80CC159D7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925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47642A-4B01-DCBD-E32F-5C6067394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B548BD-DFB4-7247-CEB2-4F756D9C5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3B85C4-9284-2CFB-6D55-40A99AA0D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08C16F-56E3-9442-049F-7AFAFF47F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EB3EE7-268E-822F-61CD-DC33AFC03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169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130EFE-A7CD-C196-B8D7-CC40A76D9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F939FC-E1C3-BE21-5692-5DE052A7F9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477FDFA-8A97-0441-E74C-7E37F8705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B4CAB2E-F562-64A9-BBA6-F80A61842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C5084A-8444-D3E6-719E-C9D591661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A69EFBD-81B5-8254-7348-0FA48A7C7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9600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3D4E97-FAC4-E792-27B5-97A5C98A8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F7CB33-E897-F720-E76A-C90EB168D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CE9A974-AFB2-5E02-C898-8E80B0589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FB9DE92-A753-1A9C-23A0-47C602825C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B3B0F0D-E54D-64F1-C245-9FD914238D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14AC3AF-374D-CBD2-DCF5-99D978CD4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61FF9EE-415A-747A-6F41-4FF4F9DE5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111CF7A-D2FE-564F-217E-82C7D6E92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6074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AA5B27-0C70-5E24-A5A2-43E2EC0F1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6162964-BC93-BF38-FDDF-112B8360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25D2576-608B-0FC5-CA95-F6356462B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AF64C4A-7989-B736-6D1D-48258DBD3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3606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6016570-170B-A386-DFBB-41BACED54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C75C0D-1B40-3C64-19FD-025409B48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F80B41-20F8-B7CA-6E0C-B77409F9F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0434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CF655E-F5F2-4FF3-AC02-E05224764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2363C5-A0B9-A8A7-0457-B3705B139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9038160-668E-3842-1140-90E082910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68FA96-33F2-62F8-1283-F08E37935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0D99F7-79DD-616F-AACC-8161FE057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CE457F-1487-8A31-41C6-BA5A21488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6500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AC8E9F-B829-0535-0B39-E437A1419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1B90DE2-DA2C-F71B-8166-2725D79484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49D5A9-A308-92F6-7CE1-8E722EA42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3EB37B-1AC8-35D4-41B2-7DE5520BA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E70B9A-6294-D4B2-F70C-ED710E4BD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E44BFE-DB70-952F-0793-243C7B268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2554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851941-E752-DB28-6455-BDE59871D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B4BF399-D36E-E7DC-F6AF-DBFC532ED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BAFDB6-CF9C-F267-9EB5-8350CA611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3176C8-0733-2625-0E5C-39CAE35EF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6CAA09-0784-7E48-83E2-4BC5296B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399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89F2F5F-F089-6648-8AE9-84AE64613F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A754BCA-5726-D434-175A-5D15ED8DF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A48305-F3D2-519D-89EE-11D0BF95D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46BCBF-76D8-BFB3-A788-A70F69B98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A4C72B-94A9-4E12-6202-9C6C52208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6516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79E8F1-A4CD-48E5-84BB-D7CFDDF8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44D679-AE04-A6C3-F2AF-0D2F8140B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8DED9F-6AAA-AC10-09A1-05E48D946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5EB57F-F57F-E460-7D44-BF27CF640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F28281-5725-017A-CC7E-2734CF38A3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9224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DE18009-C7EF-3828-9DAD-941A898D42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836" y="749841"/>
            <a:ext cx="9763760" cy="5446348"/>
          </a:xfrm>
          <a:prstGeom prst="rect">
            <a:avLst/>
          </a:prstGeom>
        </p:spPr>
      </p:pic>
      <p:grpSp>
        <p:nvGrpSpPr>
          <p:cNvPr id="2" name="Group 65">
            <a:extLst>
              <a:ext uri="{FF2B5EF4-FFF2-40B4-BE49-F238E27FC236}">
                <a16:creationId xmlns:a16="http://schemas.microsoft.com/office/drawing/2014/main" id="{0811DD45-B617-E038-58C5-5D5CA3729F51}"/>
              </a:ext>
            </a:extLst>
          </p:cNvPr>
          <p:cNvGrpSpPr/>
          <p:nvPr/>
        </p:nvGrpSpPr>
        <p:grpSpPr>
          <a:xfrm>
            <a:off x="9042817" y="2873539"/>
            <a:ext cx="3081599" cy="1440004"/>
            <a:chOff x="8399463" y="2936873"/>
            <a:chExt cx="2725736" cy="976315"/>
          </a:xfrm>
          <a:solidFill>
            <a:srgbClr val="FFFF00"/>
          </a:solidFill>
        </p:grpSpPr>
        <p:sp>
          <p:nvSpPr>
            <p:cNvPr id="25" name="Freeform 37">
              <a:extLst>
                <a:ext uri="{FF2B5EF4-FFF2-40B4-BE49-F238E27FC236}">
                  <a16:creationId xmlns:a16="http://schemas.microsoft.com/office/drawing/2014/main" id="{C424C6BF-196B-E311-AC55-BDFCFA750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9463" y="2936875"/>
              <a:ext cx="642938" cy="976313"/>
            </a:xfrm>
            <a:custGeom>
              <a:avLst/>
              <a:gdLst>
                <a:gd name="T0" fmla="*/ 89 w 169"/>
                <a:gd name="T1" fmla="*/ 92 h 256"/>
                <a:gd name="T2" fmla="*/ 147 w 169"/>
                <a:gd name="T3" fmla="*/ 112 h 256"/>
                <a:gd name="T4" fmla="*/ 169 w 169"/>
                <a:gd name="T5" fmla="*/ 168 h 256"/>
                <a:gd name="T6" fmla="*/ 143 w 169"/>
                <a:gd name="T7" fmla="*/ 234 h 256"/>
                <a:gd name="T8" fmla="*/ 68 w 169"/>
                <a:gd name="T9" fmla="*/ 256 h 256"/>
                <a:gd name="T10" fmla="*/ 0 w 169"/>
                <a:gd name="T11" fmla="*/ 243 h 256"/>
                <a:gd name="T12" fmla="*/ 0 w 169"/>
                <a:gd name="T13" fmla="*/ 197 h 256"/>
                <a:gd name="T14" fmla="*/ 32 w 169"/>
                <a:gd name="T15" fmla="*/ 208 h 256"/>
                <a:gd name="T16" fmla="*/ 66 w 169"/>
                <a:gd name="T17" fmla="*/ 213 h 256"/>
                <a:gd name="T18" fmla="*/ 115 w 169"/>
                <a:gd name="T19" fmla="*/ 173 h 256"/>
                <a:gd name="T20" fmla="*/ 64 w 169"/>
                <a:gd name="T21" fmla="*/ 135 h 256"/>
                <a:gd name="T22" fmla="*/ 44 w 169"/>
                <a:gd name="T23" fmla="*/ 137 h 256"/>
                <a:gd name="T24" fmla="*/ 26 w 169"/>
                <a:gd name="T25" fmla="*/ 140 h 256"/>
                <a:gd name="T26" fmla="*/ 5 w 169"/>
                <a:gd name="T27" fmla="*/ 129 h 256"/>
                <a:gd name="T28" fmla="*/ 14 w 169"/>
                <a:gd name="T29" fmla="*/ 0 h 256"/>
                <a:gd name="T30" fmla="*/ 151 w 169"/>
                <a:gd name="T31" fmla="*/ 0 h 256"/>
                <a:gd name="T32" fmla="*/ 151 w 169"/>
                <a:gd name="T33" fmla="*/ 46 h 256"/>
                <a:gd name="T34" fmla="*/ 61 w 169"/>
                <a:gd name="T35" fmla="*/ 46 h 256"/>
                <a:gd name="T36" fmla="*/ 57 w 169"/>
                <a:gd name="T37" fmla="*/ 95 h 256"/>
                <a:gd name="T38" fmla="*/ 63 w 169"/>
                <a:gd name="T39" fmla="*/ 94 h 256"/>
                <a:gd name="T40" fmla="*/ 89 w 169"/>
                <a:gd name="T41" fmla="*/ 92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9" h="256">
                  <a:moveTo>
                    <a:pt x="89" y="92"/>
                  </a:moveTo>
                  <a:cubicBezTo>
                    <a:pt x="113" y="92"/>
                    <a:pt x="133" y="98"/>
                    <a:pt x="147" y="112"/>
                  </a:cubicBezTo>
                  <a:cubicBezTo>
                    <a:pt x="162" y="126"/>
                    <a:pt x="169" y="145"/>
                    <a:pt x="169" y="168"/>
                  </a:cubicBezTo>
                  <a:cubicBezTo>
                    <a:pt x="169" y="197"/>
                    <a:pt x="160" y="218"/>
                    <a:pt x="143" y="234"/>
                  </a:cubicBezTo>
                  <a:cubicBezTo>
                    <a:pt x="125" y="249"/>
                    <a:pt x="100" y="256"/>
                    <a:pt x="68" y="256"/>
                  </a:cubicBezTo>
                  <a:cubicBezTo>
                    <a:pt x="40" y="256"/>
                    <a:pt x="17" y="252"/>
                    <a:pt x="0" y="243"/>
                  </a:cubicBezTo>
                  <a:cubicBezTo>
                    <a:pt x="0" y="197"/>
                    <a:pt x="0" y="197"/>
                    <a:pt x="0" y="197"/>
                  </a:cubicBezTo>
                  <a:cubicBezTo>
                    <a:pt x="9" y="201"/>
                    <a:pt x="20" y="205"/>
                    <a:pt x="32" y="208"/>
                  </a:cubicBezTo>
                  <a:cubicBezTo>
                    <a:pt x="44" y="211"/>
                    <a:pt x="55" y="213"/>
                    <a:pt x="66" y="213"/>
                  </a:cubicBezTo>
                  <a:cubicBezTo>
                    <a:pt x="99" y="213"/>
                    <a:pt x="115" y="200"/>
                    <a:pt x="115" y="173"/>
                  </a:cubicBezTo>
                  <a:cubicBezTo>
                    <a:pt x="115" y="147"/>
                    <a:pt x="98" y="135"/>
                    <a:pt x="64" y="135"/>
                  </a:cubicBezTo>
                  <a:cubicBezTo>
                    <a:pt x="58" y="135"/>
                    <a:pt x="52" y="135"/>
                    <a:pt x="44" y="137"/>
                  </a:cubicBezTo>
                  <a:cubicBezTo>
                    <a:pt x="37" y="138"/>
                    <a:pt x="31" y="139"/>
                    <a:pt x="26" y="140"/>
                  </a:cubicBezTo>
                  <a:cubicBezTo>
                    <a:pt x="5" y="129"/>
                    <a:pt x="5" y="129"/>
                    <a:pt x="5" y="12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61" y="46"/>
                    <a:pt x="61" y="46"/>
                    <a:pt x="61" y="46"/>
                  </a:cubicBezTo>
                  <a:cubicBezTo>
                    <a:pt x="57" y="95"/>
                    <a:pt x="57" y="95"/>
                    <a:pt x="57" y="95"/>
                  </a:cubicBezTo>
                  <a:cubicBezTo>
                    <a:pt x="63" y="94"/>
                    <a:pt x="63" y="94"/>
                    <a:pt x="63" y="94"/>
                  </a:cubicBezTo>
                  <a:cubicBezTo>
                    <a:pt x="70" y="92"/>
                    <a:pt x="78" y="92"/>
                    <a:pt x="89" y="92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165100" dist="50800" dir="2700000" algn="tl" rotWithShape="0">
                <a:schemeClr val="accent2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26" name="Freeform 38">
              <a:extLst>
                <a:ext uri="{FF2B5EF4-FFF2-40B4-BE49-F238E27FC236}">
                  <a16:creationId xmlns:a16="http://schemas.microsoft.com/office/drawing/2014/main" id="{B5BED414-7A36-B527-6CCD-90D082EB5F32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9499" y="2936873"/>
              <a:ext cx="2425700" cy="976313"/>
            </a:xfrm>
            <a:custGeom>
              <a:avLst/>
              <a:gdLst>
                <a:gd name="T0" fmla="*/ 92 w 637"/>
                <a:gd name="T1" fmla="*/ 0 h 256"/>
                <a:gd name="T2" fmla="*/ 92 w 637"/>
                <a:gd name="T3" fmla="*/ 65 h 256"/>
                <a:gd name="T4" fmla="*/ 0 w 637"/>
                <a:gd name="T5" fmla="*/ 65 h 256"/>
                <a:gd name="T6" fmla="*/ 0 w 637"/>
                <a:gd name="T7" fmla="*/ 72 h 256"/>
                <a:gd name="T8" fmla="*/ 10 w 637"/>
                <a:gd name="T9" fmla="*/ 72 h 256"/>
                <a:gd name="T10" fmla="*/ 82 w 637"/>
                <a:gd name="T11" fmla="*/ 98 h 256"/>
                <a:gd name="T12" fmla="*/ 109 w 637"/>
                <a:gd name="T13" fmla="*/ 168 h 256"/>
                <a:gd name="T14" fmla="*/ 77 w 637"/>
                <a:gd name="T15" fmla="*/ 248 h 256"/>
                <a:gd name="T16" fmla="*/ 66 w 637"/>
                <a:gd name="T17" fmla="*/ 256 h 256"/>
                <a:gd name="T18" fmla="*/ 509 w 637"/>
                <a:gd name="T19" fmla="*/ 256 h 256"/>
                <a:gd name="T20" fmla="*/ 637 w 637"/>
                <a:gd name="T21" fmla="*/ 128 h 256"/>
                <a:gd name="T22" fmla="*/ 637 w 637"/>
                <a:gd name="T23" fmla="*/ 128 h 256"/>
                <a:gd name="T24" fmla="*/ 509 w 637"/>
                <a:gd name="T25" fmla="*/ 0 h 256"/>
                <a:gd name="T26" fmla="*/ 92 w 637"/>
                <a:gd name="T27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37" h="256">
                  <a:moveTo>
                    <a:pt x="92" y="0"/>
                  </a:moveTo>
                  <a:cubicBezTo>
                    <a:pt x="92" y="65"/>
                    <a:pt x="92" y="65"/>
                    <a:pt x="92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72"/>
                    <a:pt x="6" y="72"/>
                    <a:pt x="10" y="72"/>
                  </a:cubicBezTo>
                  <a:cubicBezTo>
                    <a:pt x="39" y="72"/>
                    <a:pt x="63" y="81"/>
                    <a:pt x="82" y="98"/>
                  </a:cubicBezTo>
                  <a:cubicBezTo>
                    <a:pt x="100" y="115"/>
                    <a:pt x="109" y="139"/>
                    <a:pt x="109" y="168"/>
                  </a:cubicBezTo>
                  <a:cubicBezTo>
                    <a:pt x="109" y="202"/>
                    <a:pt x="98" y="229"/>
                    <a:pt x="77" y="248"/>
                  </a:cubicBezTo>
                  <a:cubicBezTo>
                    <a:pt x="73" y="251"/>
                    <a:pt x="70" y="254"/>
                    <a:pt x="66" y="256"/>
                  </a:cubicBezTo>
                  <a:cubicBezTo>
                    <a:pt x="509" y="256"/>
                    <a:pt x="509" y="256"/>
                    <a:pt x="509" y="256"/>
                  </a:cubicBezTo>
                  <a:cubicBezTo>
                    <a:pt x="579" y="256"/>
                    <a:pt x="637" y="199"/>
                    <a:pt x="637" y="128"/>
                  </a:cubicBezTo>
                  <a:cubicBezTo>
                    <a:pt x="637" y="128"/>
                    <a:pt x="637" y="128"/>
                    <a:pt x="637" y="128"/>
                  </a:cubicBezTo>
                  <a:cubicBezTo>
                    <a:pt x="637" y="58"/>
                    <a:pt x="579" y="0"/>
                    <a:pt x="509" y="0"/>
                  </a:cubicBezTo>
                  <a:lnTo>
                    <a:pt x="92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65100" dist="50800" dir="2700000" algn="tl" rotWithShape="0">
                <a:schemeClr val="accent2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ru-RU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Короткая</a:t>
              </a:r>
            </a:p>
            <a:p>
              <a:pPr algn="ctr"/>
              <a:r>
                <a:rPr lang="ru-RU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программа</a:t>
              </a:r>
            </a:p>
          </p:txBody>
        </p:sp>
      </p:grpSp>
      <p:grpSp>
        <p:nvGrpSpPr>
          <p:cNvPr id="27" name="Group 63">
            <a:extLst>
              <a:ext uri="{FF2B5EF4-FFF2-40B4-BE49-F238E27FC236}">
                <a16:creationId xmlns:a16="http://schemas.microsoft.com/office/drawing/2014/main" id="{DC228ECE-E09C-E3FB-44C1-2E68215A251C}"/>
              </a:ext>
            </a:extLst>
          </p:cNvPr>
          <p:cNvGrpSpPr/>
          <p:nvPr/>
        </p:nvGrpSpPr>
        <p:grpSpPr>
          <a:xfrm>
            <a:off x="8236416" y="649450"/>
            <a:ext cx="3888000" cy="1440000"/>
            <a:chOff x="8399463" y="1417638"/>
            <a:chExt cx="2698750" cy="974725"/>
          </a:xfrm>
          <a:solidFill>
            <a:srgbClr val="FF0000"/>
          </a:solidFill>
        </p:grpSpPr>
        <p:sp>
          <p:nvSpPr>
            <p:cNvPr id="28" name="Freeform 40">
              <a:extLst>
                <a:ext uri="{FF2B5EF4-FFF2-40B4-BE49-F238E27FC236}">
                  <a16:creationId xmlns:a16="http://schemas.microsoft.com/office/drawing/2014/main" id="{D7F4FBBA-8CFA-FA99-7D1E-2F6D949D70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99463" y="1417638"/>
              <a:ext cx="735013" cy="974725"/>
            </a:xfrm>
            <a:custGeom>
              <a:avLst/>
              <a:gdLst>
                <a:gd name="T0" fmla="*/ 193 w 193"/>
                <a:gd name="T1" fmla="*/ 203 h 256"/>
                <a:gd name="T2" fmla="*/ 162 w 193"/>
                <a:gd name="T3" fmla="*/ 203 h 256"/>
                <a:gd name="T4" fmla="*/ 162 w 193"/>
                <a:gd name="T5" fmla="*/ 256 h 256"/>
                <a:gd name="T6" fmla="*/ 110 w 193"/>
                <a:gd name="T7" fmla="*/ 256 h 256"/>
                <a:gd name="T8" fmla="*/ 110 w 193"/>
                <a:gd name="T9" fmla="*/ 203 h 256"/>
                <a:gd name="T10" fmla="*/ 0 w 193"/>
                <a:gd name="T11" fmla="*/ 203 h 256"/>
                <a:gd name="T12" fmla="*/ 0 w 193"/>
                <a:gd name="T13" fmla="*/ 166 h 256"/>
                <a:gd name="T14" fmla="*/ 113 w 193"/>
                <a:gd name="T15" fmla="*/ 0 h 256"/>
                <a:gd name="T16" fmla="*/ 162 w 193"/>
                <a:gd name="T17" fmla="*/ 0 h 256"/>
                <a:gd name="T18" fmla="*/ 162 w 193"/>
                <a:gd name="T19" fmla="*/ 161 h 256"/>
                <a:gd name="T20" fmla="*/ 193 w 193"/>
                <a:gd name="T21" fmla="*/ 161 h 256"/>
                <a:gd name="T22" fmla="*/ 193 w 193"/>
                <a:gd name="T23" fmla="*/ 203 h 256"/>
                <a:gd name="T24" fmla="*/ 110 w 193"/>
                <a:gd name="T25" fmla="*/ 161 h 256"/>
                <a:gd name="T26" fmla="*/ 110 w 193"/>
                <a:gd name="T27" fmla="*/ 118 h 256"/>
                <a:gd name="T28" fmla="*/ 110 w 193"/>
                <a:gd name="T29" fmla="*/ 86 h 256"/>
                <a:gd name="T30" fmla="*/ 112 w 193"/>
                <a:gd name="T31" fmla="*/ 62 h 256"/>
                <a:gd name="T32" fmla="*/ 110 w 193"/>
                <a:gd name="T33" fmla="*/ 62 h 256"/>
                <a:gd name="T34" fmla="*/ 95 w 193"/>
                <a:gd name="T35" fmla="*/ 90 h 256"/>
                <a:gd name="T36" fmla="*/ 48 w 193"/>
                <a:gd name="T37" fmla="*/ 161 h 256"/>
                <a:gd name="T38" fmla="*/ 110 w 193"/>
                <a:gd name="T39" fmla="*/ 161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3" h="256">
                  <a:moveTo>
                    <a:pt x="193" y="203"/>
                  </a:moveTo>
                  <a:cubicBezTo>
                    <a:pt x="162" y="203"/>
                    <a:pt x="162" y="203"/>
                    <a:pt x="162" y="203"/>
                  </a:cubicBezTo>
                  <a:cubicBezTo>
                    <a:pt x="162" y="256"/>
                    <a:pt x="162" y="256"/>
                    <a:pt x="162" y="256"/>
                  </a:cubicBezTo>
                  <a:cubicBezTo>
                    <a:pt x="110" y="256"/>
                    <a:pt x="110" y="256"/>
                    <a:pt x="110" y="256"/>
                  </a:cubicBezTo>
                  <a:cubicBezTo>
                    <a:pt x="110" y="203"/>
                    <a:pt x="110" y="203"/>
                    <a:pt x="110" y="203"/>
                  </a:cubicBezTo>
                  <a:cubicBezTo>
                    <a:pt x="0" y="203"/>
                    <a:pt x="0" y="203"/>
                    <a:pt x="0" y="203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62" y="161"/>
                    <a:pt x="162" y="161"/>
                    <a:pt x="162" y="161"/>
                  </a:cubicBezTo>
                  <a:cubicBezTo>
                    <a:pt x="193" y="161"/>
                    <a:pt x="193" y="161"/>
                    <a:pt x="193" y="161"/>
                  </a:cubicBezTo>
                  <a:lnTo>
                    <a:pt x="193" y="203"/>
                  </a:lnTo>
                  <a:close/>
                  <a:moveTo>
                    <a:pt x="110" y="161"/>
                  </a:moveTo>
                  <a:cubicBezTo>
                    <a:pt x="110" y="118"/>
                    <a:pt x="110" y="118"/>
                    <a:pt x="110" y="118"/>
                  </a:cubicBezTo>
                  <a:cubicBezTo>
                    <a:pt x="110" y="111"/>
                    <a:pt x="110" y="100"/>
                    <a:pt x="110" y="86"/>
                  </a:cubicBezTo>
                  <a:cubicBezTo>
                    <a:pt x="111" y="72"/>
                    <a:pt x="111" y="64"/>
                    <a:pt x="112" y="62"/>
                  </a:cubicBezTo>
                  <a:cubicBezTo>
                    <a:pt x="110" y="62"/>
                    <a:pt x="110" y="62"/>
                    <a:pt x="110" y="62"/>
                  </a:cubicBezTo>
                  <a:cubicBezTo>
                    <a:pt x="106" y="72"/>
                    <a:pt x="101" y="81"/>
                    <a:pt x="95" y="90"/>
                  </a:cubicBezTo>
                  <a:cubicBezTo>
                    <a:pt x="48" y="161"/>
                    <a:pt x="48" y="161"/>
                    <a:pt x="48" y="161"/>
                  </a:cubicBezTo>
                  <a:lnTo>
                    <a:pt x="110" y="161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65100" dist="88900" dir="2700000" algn="tl" rotWithShape="0">
                <a:schemeClr val="accent1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29" name="Freeform 41">
              <a:extLst>
                <a:ext uri="{FF2B5EF4-FFF2-40B4-BE49-F238E27FC236}">
                  <a16:creationId xmlns:a16="http://schemas.microsoft.com/office/drawing/2014/main" id="{AB10FA2F-13BC-F6CE-6C68-2051A2DDB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1613" y="1417638"/>
              <a:ext cx="2006600" cy="974725"/>
            </a:xfrm>
            <a:custGeom>
              <a:avLst/>
              <a:gdLst>
                <a:gd name="T0" fmla="*/ 0 w 527"/>
                <a:gd name="T1" fmla="*/ 0 h 256"/>
                <a:gd name="T2" fmla="*/ 0 w 527"/>
                <a:gd name="T3" fmla="*/ 142 h 256"/>
                <a:gd name="T4" fmla="*/ 31 w 527"/>
                <a:gd name="T5" fmla="*/ 142 h 256"/>
                <a:gd name="T6" fmla="*/ 31 w 527"/>
                <a:gd name="T7" fmla="*/ 223 h 256"/>
                <a:gd name="T8" fmla="*/ 0 w 527"/>
                <a:gd name="T9" fmla="*/ 223 h 256"/>
                <a:gd name="T10" fmla="*/ 0 w 527"/>
                <a:gd name="T11" fmla="*/ 256 h 256"/>
                <a:gd name="T12" fmla="*/ 399 w 527"/>
                <a:gd name="T13" fmla="*/ 256 h 256"/>
                <a:gd name="T14" fmla="*/ 527 w 527"/>
                <a:gd name="T15" fmla="*/ 128 h 256"/>
                <a:gd name="T16" fmla="*/ 527 w 527"/>
                <a:gd name="T17" fmla="*/ 128 h 256"/>
                <a:gd name="T18" fmla="*/ 399 w 527"/>
                <a:gd name="T19" fmla="*/ 0 h 256"/>
                <a:gd name="T20" fmla="*/ 0 w 527"/>
                <a:gd name="T21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27" h="256">
                  <a:moveTo>
                    <a:pt x="0" y="0"/>
                  </a:moveTo>
                  <a:cubicBezTo>
                    <a:pt x="0" y="142"/>
                    <a:pt x="0" y="142"/>
                    <a:pt x="0" y="142"/>
                  </a:cubicBezTo>
                  <a:cubicBezTo>
                    <a:pt x="31" y="142"/>
                    <a:pt x="31" y="142"/>
                    <a:pt x="31" y="142"/>
                  </a:cubicBezTo>
                  <a:cubicBezTo>
                    <a:pt x="31" y="223"/>
                    <a:pt x="31" y="223"/>
                    <a:pt x="31" y="223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399" y="256"/>
                    <a:pt x="399" y="256"/>
                    <a:pt x="399" y="256"/>
                  </a:cubicBezTo>
                  <a:cubicBezTo>
                    <a:pt x="470" y="256"/>
                    <a:pt x="527" y="199"/>
                    <a:pt x="527" y="128"/>
                  </a:cubicBezTo>
                  <a:cubicBezTo>
                    <a:pt x="527" y="128"/>
                    <a:pt x="527" y="128"/>
                    <a:pt x="527" y="128"/>
                  </a:cubicBezTo>
                  <a:cubicBezTo>
                    <a:pt x="527" y="58"/>
                    <a:pt x="470" y="0"/>
                    <a:pt x="39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65100" dist="88900" dir="2700000" algn="tl" rotWithShape="0">
                <a:schemeClr val="accent1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ru-RU" sz="2800" b="1" dirty="0">
                  <a:latin typeface="Times New Roman" pitchFamily="18" charset="0"/>
                  <a:cs typeface="Times New Roman" pitchFamily="18" charset="0"/>
                </a:rPr>
                <a:t>Покупка</a:t>
              </a:r>
            </a:p>
            <a:p>
              <a:pPr algn="ctr"/>
              <a:r>
                <a:rPr lang="ru-RU" sz="2800" b="1" dirty="0">
                  <a:latin typeface="Times New Roman" pitchFamily="18" charset="0"/>
                  <a:cs typeface="Times New Roman" pitchFamily="18" charset="0"/>
                </a:rPr>
                <a:t> любого объекта </a:t>
              </a:r>
            </a:p>
          </p:txBody>
        </p:sp>
      </p:grpSp>
      <p:sp>
        <p:nvSpPr>
          <p:cNvPr id="30" name="Freeform 44">
            <a:extLst>
              <a:ext uri="{FF2B5EF4-FFF2-40B4-BE49-F238E27FC236}">
                <a16:creationId xmlns:a16="http://schemas.microsoft.com/office/drawing/2014/main" id="{1CE3FDF4-88C1-675C-A2C2-C4E827D4349D}"/>
              </a:ext>
            </a:extLst>
          </p:cNvPr>
          <p:cNvSpPr>
            <a:spLocks/>
          </p:cNvSpPr>
          <p:nvPr/>
        </p:nvSpPr>
        <p:spPr bwMode="auto">
          <a:xfrm>
            <a:off x="3343085" y="4448175"/>
            <a:ext cx="7938" cy="7938"/>
          </a:xfrm>
          <a:custGeom>
            <a:avLst/>
            <a:gdLst>
              <a:gd name="T0" fmla="*/ 0 w 2"/>
              <a:gd name="T1" fmla="*/ 2 h 2"/>
              <a:gd name="T2" fmla="*/ 2 w 2"/>
              <a:gd name="T3" fmla="*/ 2 h 2"/>
              <a:gd name="T4" fmla="*/ 2 w 2"/>
              <a:gd name="T5" fmla="*/ 0 h 2"/>
              <a:gd name="T6" fmla="*/ 0 w 2"/>
              <a:gd name="T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2">
                <a:moveTo>
                  <a:pt x="0" y="2"/>
                </a:moveTo>
                <a:cubicBezTo>
                  <a:pt x="2" y="2"/>
                  <a:pt x="2" y="2"/>
                  <a:pt x="2" y="2"/>
                </a:cubicBezTo>
                <a:cubicBezTo>
                  <a:pt x="2" y="0"/>
                  <a:pt x="2" y="0"/>
                  <a:pt x="2" y="0"/>
                </a:cubicBezTo>
                <a:cubicBezTo>
                  <a:pt x="1" y="1"/>
                  <a:pt x="1" y="1"/>
                  <a:pt x="0" y="2"/>
                </a:cubicBezTo>
                <a:close/>
              </a:path>
            </a:pathLst>
          </a:custGeom>
          <a:solidFill>
            <a:srgbClr val="A220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x-none"/>
          </a:p>
        </p:txBody>
      </p:sp>
      <p:grpSp>
        <p:nvGrpSpPr>
          <p:cNvPr id="31" name="Group 64">
            <a:extLst>
              <a:ext uri="{FF2B5EF4-FFF2-40B4-BE49-F238E27FC236}">
                <a16:creationId xmlns:a16="http://schemas.microsoft.com/office/drawing/2014/main" id="{0835496A-BABC-652D-C208-88193241F5EB}"/>
              </a:ext>
            </a:extLst>
          </p:cNvPr>
          <p:cNvGrpSpPr/>
          <p:nvPr/>
        </p:nvGrpSpPr>
        <p:grpSpPr>
          <a:xfrm>
            <a:off x="63984" y="2860177"/>
            <a:ext cx="3080903" cy="1440000"/>
            <a:chOff x="987552" y="2927731"/>
            <a:chExt cx="2704973" cy="985457"/>
          </a:xfrm>
          <a:solidFill>
            <a:srgbClr val="FFFF00"/>
          </a:solidFill>
        </p:grpSpPr>
        <p:sp>
          <p:nvSpPr>
            <p:cNvPr id="32" name="Freeform 43">
              <a:extLst>
                <a:ext uri="{FF2B5EF4-FFF2-40B4-BE49-F238E27FC236}">
                  <a16:creationId xmlns:a16="http://schemas.microsoft.com/office/drawing/2014/main" id="{A7AA05E4-0FEB-E24C-D4E1-8088434B0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987552" y="2927731"/>
              <a:ext cx="2423160" cy="976313"/>
            </a:xfrm>
            <a:custGeom>
              <a:avLst/>
              <a:gdLst>
                <a:gd name="T0" fmla="*/ 495 w 611"/>
                <a:gd name="T1" fmla="*/ 211 h 256"/>
                <a:gd name="T2" fmla="*/ 564 w 611"/>
                <a:gd name="T3" fmla="*/ 141 h 256"/>
                <a:gd name="T4" fmla="*/ 599 w 611"/>
                <a:gd name="T5" fmla="*/ 103 h 256"/>
                <a:gd name="T6" fmla="*/ 609 w 611"/>
                <a:gd name="T7" fmla="*/ 87 h 256"/>
                <a:gd name="T8" fmla="*/ 611 w 611"/>
                <a:gd name="T9" fmla="*/ 75 h 256"/>
                <a:gd name="T10" fmla="*/ 609 w 611"/>
                <a:gd name="T11" fmla="*/ 67 h 256"/>
                <a:gd name="T12" fmla="*/ 600 w 611"/>
                <a:gd name="T13" fmla="*/ 65 h 256"/>
                <a:gd name="T14" fmla="*/ 580 w 611"/>
                <a:gd name="T15" fmla="*/ 69 h 256"/>
                <a:gd name="T16" fmla="*/ 555 w 611"/>
                <a:gd name="T17" fmla="*/ 86 h 256"/>
                <a:gd name="T18" fmla="*/ 540 w 611"/>
                <a:gd name="T19" fmla="*/ 98 h 256"/>
                <a:gd name="T20" fmla="*/ 486 w 611"/>
                <a:gd name="T21" fmla="*/ 34 h 256"/>
                <a:gd name="T22" fmla="*/ 501 w 611"/>
                <a:gd name="T23" fmla="*/ 21 h 256"/>
                <a:gd name="T24" fmla="*/ 529 w 611"/>
                <a:gd name="T25" fmla="*/ 0 h 256"/>
                <a:gd name="T26" fmla="*/ 128 w 611"/>
                <a:gd name="T27" fmla="*/ 0 h 256"/>
                <a:gd name="T28" fmla="*/ 0 w 611"/>
                <a:gd name="T29" fmla="*/ 128 h 256"/>
                <a:gd name="T30" fmla="*/ 0 w 611"/>
                <a:gd name="T31" fmla="*/ 128 h 256"/>
                <a:gd name="T32" fmla="*/ 128 w 611"/>
                <a:gd name="T33" fmla="*/ 256 h 256"/>
                <a:gd name="T34" fmla="*/ 495 w 611"/>
                <a:gd name="T35" fmla="*/ 256 h 256"/>
                <a:gd name="T36" fmla="*/ 495 w 611"/>
                <a:gd name="T37" fmla="*/ 211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11" h="256">
                  <a:moveTo>
                    <a:pt x="495" y="211"/>
                  </a:moveTo>
                  <a:cubicBezTo>
                    <a:pt x="564" y="141"/>
                    <a:pt x="564" y="141"/>
                    <a:pt x="564" y="141"/>
                  </a:cubicBezTo>
                  <a:cubicBezTo>
                    <a:pt x="586" y="118"/>
                    <a:pt x="595" y="108"/>
                    <a:pt x="599" y="103"/>
                  </a:cubicBezTo>
                  <a:cubicBezTo>
                    <a:pt x="604" y="97"/>
                    <a:pt x="607" y="92"/>
                    <a:pt x="609" y="87"/>
                  </a:cubicBezTo>
                  <a:cubicBezTo>
                    <a:pt x="610" y="83"/>
                    <a:pt x="611" y="79"/>
                    <a:pt x="611" y="75"/>
                  </a:cubicBezTo>
                  <a:cubicBezTo>
                    <a:pt x="611" y="70"/>
                    <a:pt x="610" y="68"/>
                    <a:pt x="609" y="67"/>
                  </a:cubicBezTo>
                  <a:cubicBezTo>
                    <a:pt x="607" y="65"/>
                    <a:pt x="604" y="65"/>
                    <a:pt x="600" y="65"/>
                  </a:cubicBezTo>
                  <a:cubicBezTo>
                    <a:pt x="593" y="65"/>
                    <a:pt x="587" y="66"/>
                    <a:pt x="580" y="69"/>
                  </a:cubicBezTo>
                  <a:cubicBezTo>
                    <a:pt x="572" y="73"/>
                    <a:pt x="564" y="79"/>
                    <a:pt x="555" y="86"/>
                  </a:cubicBezTo>
                  <a:cubicBezTo>
                    <a:pt x="540" y="98"/>
                    <a:pt x="540" y="98"/>
                    <a:pt x="540" y="98"/>
                  </a:cubicBezTo>
                  <a:cubicBezTo>
                    <a:pt x="486" y="34"/>
                    <a:pt x="486" y="34"/>
                    <a:pt x="486" y="34"/>
                  </a:cubicBezTo>
                  <a:cubicBezTo>
                    <a:pt x="501" y="21"/>
                    <a:pt x="501" y="21"/>
                    <a:pt x="501" y="21"/>
                  </a:cubicBezTo>
                  <a:cubicBezTo>
                    <a:pt x="512" y="12"/>
                    <a:pt x="521" y="5"/>
                    <a:pt x="529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58" y="0"/>
                    <a:pt x="0" y="58"/>
                    <a:pt x="0" y="128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99"/>
                    <a:pt x="58" y="256"/>
                    <a:pt x="128" y="256"/>
                  </a:cubicBezTo>
                  <a:cubicBezTo>
                    <a:pt x="495" y="256"/>
                    <a:pt x="495" y="256"/>
                    <a:pt x="495" y="256"/>
                  </a:cubicBezTo>
                  <a:lnTo>
                    <a:pt x="495" y="211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65100" dist="50800" dir="2700000" algn="tl" rotWithShape="0">
                <a:schemeClr val="accent2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r>
                <a:rPr lang="ru-RU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Закрытие</a:t>
              </a:r>
            </a:p>
            <a:p>
              <a:r>
                <a:rPr lang="ru-RU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ипотеки </a:t>
              </a:r>
            </a:p>
          </p:txBody>
        </p:sp>
        <p:sp>
          <p:nvSpPr>
            <p:cNvPr id="33" name="Freeform 45">
              <a:extLst>
                <a:ext uri="{FF2B5EF4-FFF2-40B4-BE49-F238E27FC236}">
                  <a16:creationId xmlns:a16="http://schemas.microsoft.com/office/drawing/2014/main" id="{463FE026-34D2-2DC1-2A92-77C4D4808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9425" y="2936875"/>
              <a:ext cx="673100" cy="976313"/>
            </a:xfrm>
            <a:custGeom>
              <a:avLst/>
              <a:gdLst>
                <a:gd name="T0" fmla="*/ 177 w 177"/>
                <a:gd name="T1" fmla="*/ 256 h 256"/>
                <a:gd name="T2" fmla="*/ 0 w 177"/>
                <a:gd name="T3" fmla="*/ 256 h 256"/>
                <a:gd name="T4" fmla="*/ 0 w 177"/>
                <a:gd name="T5" fmla="*/ 219 h 256"/>
                <a:gd name="T6" fmla="*/ 64 w 177"/>
                <a:gd name="T7" fmla="*/ 155 h 256"/>
                <a:gd name="T8" fmla="*/ 101 w 177"/>
                <a:gd name="T9" fmla="*/ 115 h 256"/>
                <a:gd name="T10" fmla="*/ 113 w 177"/>
                <a:gd name="T11" fmla="*/ 95 h 256"/>
                <a:gd name="T12" fmla="*/ 117 w 177"/>
                <a:gd name="T13" fmla="*/ 75 h 256"/>
                <a:gd name="T14" fmla="*/ 108 w 177"/>
                <a:gd name="T15" fmla="*/ 52 h 256"/>
                <a:gd name="T16" fmla="*/ 86 w 177"/>
                <a:gd name="T17" fmla="*/ 45 h 256"/>
                <a:gd name="T18" fmla="*/ 58 w 177"/>
                <a:gd name="T19" fmla="*/ 52 h 256"/>
                <a:gd name="T20" fmla="*/ 29 w 177"/>
                <a:gd name="T21" fmla="*/ 71 h 256"/>
                <a:gd name="T22" fmla="*/ 0 w 177"/>
                <a:gd name="T23" fmla="*/ 36 h 256"/>
                <a:gd name="T24" fmla="*/ 31 w 177"/>
                <a:gd name="T25" fmla="*/ 14 h 256"/>
                <a:gd name="T26" fmla="*/ 57 w 177"/>
                <a:gd name="T27" fmla="*/ 4 h 256"/>
                <a:gd name="T28" fmla="*/ 90 w 177"/>
                <a:gd name="T29" fmla="*/ 0 h 256"/>
                <a:gd name="T30" fmla="*/ 132 w 177"/>
                <a:gd name="T31" fmla="*/ 9 h 256"/>
                <a:gd name="T32" fmla="*/ 160 w 177"/>
                <a:gd name="T33" fmla="*/ 33 h 256"/>
                <a:gd name="T34" fmla="*/ 170 w 177"/>
                <a:gd name="T35" fmla="*/ 69 h 256"/>
                <a:gd name="T36" fmla="*/ 164 w 177"/>
                <a:gd name="T37" fmla="*/ 101 h 256"/>
                <a:gd name="T38" fmla="*/ 145 w 177"/>
                <a:gd name="T39" fmla="*/ 133 h 256"/>
                <a:gd name="T40" fmla="*/ 99 w 177"/>
                <a:gd name="T41" fmla="*/ 179 h 256"/>
                <a:gd name="T42" fmla="*/ 67 w 177"/>
                <a:gd name="T43" fmla="*/ 209 h 256"/>
                <a:gd name="T44" fmla="*/ 67 w 177"/>
                <a:gd name="T45" fmla="*/ 211 h 256"/>
                <a:gd name="T46" fmla="*/ 177 w 177"/>
                <a:gd name="T47" fmla="*/ 211 h 256"/>
                <a:gd name="T48" fmla="*/ 177 w 177"/>
                <a:gd name="T49" fmla="*/ 256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77" h="256">
                  <a:moveTo>
                    <a:pt x="177" y="256"/>
                  </a:moveTo>
                  <a:cubicBezTo>
                    <a:pt x="0" y="256"/>
                    <a:pt x="0" y="256"/>
                    <a:pt x="0" y="256"/>
                  </a:cubicBezTo>
                  <a:cubicBezTo>
                    <a:pt x="0" y="219"/>
                    <a:pt x="0" y="219"/>
                    <a:pt x="0" y="219"/>
                  </a:cubicBezTo>
                  <a:cubicBezTo>
                    <a:pt x="64" y="155"/>
                    <a:pt x="64" y="155"/>
                    <a:pt x="64" y="155"/>
                  </a:cubicBezTo>
                  <a:cubicBezTo>
                    <a:pt x="83" y="136"/>
                    <a:pt x="95" y="123"/>
                    <a:pt x="101" y="115"/>
                  </a:cubicBezTo>
                  <a:cubicBezTo>
                    <a:pt x="106" y="108"/>
                    <a:pt x="110" y="101"/>
                    <a:pt x="113" y="95"/>
                  </a:cubicBezTo>
                  <a:cubicBezTo>
                    <a:pt x="116" y="88"/>
                    <a:pt x="117" y="82"/>
                    <a:pt x="117" y="75"/>
                  </a:cubicBezTo>
                  <a:cubicBezTo>
                    <a:pt x="117" y="65"/>
                    <a:pt x="114" y="57"/>
                    <a:pt x="108" y="52"/>
                  </a:cubicBezTo>
                  <a:cubicBezTo>
                    <a:pt x="103" y="47"/>
                    <a:pt x="95" y="45"/>
                    <a:pt x="86" y="45"/>
                  </a:cubicBezTo>
                  <a:cubicBezTo>
                    <a:pt x="76" y="45"/>
                    <a:pt x="67" y="47"/>
                    <a:pt x="58" y="52"/>
                  </a:cubicBezTo>
                  <a:cubicBezTo>
                    <a:pt x="48" y="56"/>
                    <a:pt x="39" y="62"/>
                    <a:pt x="29" y="71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2" y="26"/>
                    <a:pt x="22" y="18"/>
                    <a:pt x="31" y="14"/>
                  </a:cubicBezTo>
                  <a:cubicBezTo>
                    <a:pt x="39" y="10"/>
                    <a:pt x="48" y="6"/>
                    <a:pt x="57" y="4"/>
                  </a:cubicBezTo>
                  <a:cubicBezTo>
                    <a:pt x="67" y="1"/>
                    <a:pt x="78" y="0"/>
                    <a:pt x="90" y="0"/>
                  </a:cubicBezTo>
                  <a:cubicBezTo>
                    <a:pt x="106" y="0"/>
                    <a:pt x="120" y="3"/>
                    <a:pt x="132" y="9"/>
                  </a:cubicBezTo>
                  <a:cubicBezTo>
                    <a:pt x="144" y="15"/>
                    <a:pt x="153" y="23"/>
                    <a:pt x="160" y="33"/>
                  </a:cubicBezTo>
                  <a:cubicBezTo>
                    <a:pt x="166" y="43"/>
                    <a:pt x="170" y="55"/>
                    <a:pt x="170" y="69"/>
                  </a:cubicBezTo>
                  <a:cubicBezTo>
                    <a:pt x="170" y="80"/>
                    <a:pt x="168" y="91"/>
                    <a:pt x="164" y="101"/>
                  </a:cubicBezTo>
                  <a:cubicBezTo>
                    <a:pt x="160" y="112"/>
                    <a:pt x="153" y="122"/>
                    <a:pt x="145" y="133"/>
                  </a:cubicBezTo>
                  <a:cubicBezTo>
                    <a:pt x="136" y="143"/>
                    <a:pt x="121" y="159"/>
                    <a:pt x="99" y="179"/>
                  </a:cubicBezTo>
                  <a:cubicBezTo>
                    <a:pt x="67" y="209"/>
                    <a:pt x="67" y="209"/>
                    <a:pt x="67" y="209"/>
                  </a:cubicBezTo>
                  <a:cubicBezTo>
                    <a:pt x="67" y="211"/>
                    <a:pt x="67" y="211"/>
                    <a:pt x="67" y="211"/>
                  </a:cubicBezTo>
                  <a:cubicBezTo>
                    <a:pt x="177" y="211"/>
                    <a:pt x="177" y="211"/>
                    <a:pt x="177" y="211"/>
                  </a:cubicBezTo>
                  <a:lnTo>
                    <a:pt x="177" y="256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65100" dist="50800" dir="2700000" algn="tl" rotWithShape="0">
                <a:schemeClr val="accent2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</p:grpSp>
      <p:grpSp>
        <p:nvGrpSpPr>
          <p:cNvPr id="34" name="Group 62">
            <a:extLst>
              <a:ext uri="{FF2B5EF4-FFF2-40B4-BE49-F238E27FC236}">
                <a16:creationId xmlns:a16="http://schemas.microsoft.com/office/drawing/2014/main" id="{7047B0D9-95B2-BCC8-1473-385DB633455A}"/>
              </a:ext>
            </a:extLst>
          </p:cNvPr>
          <p:cNvGrpSpPr/>
          <p:nvPr/>
        </p:nvGrpSpPr>
        <p:grpSpPr>
          <a:xfrm>
            <a:off x="63984" y="662833"/>
            <a:ext cx="3823200" cy="1440000"/>
            <a:chOff x="1095439" y="1408494"/>
            <a:chExt cx="2670111" cy="983869"/>
          </a:xfrm>
          <a:solidFill>
            <a:srgbClr val="FF0000"/>
          </a:solidFill>
        </p:grpSpPr>
        <p:sp>
          <p:nvSpPr>
            <p:cNvPr id="35" name="Freeform 47">
              <a:extLst>
                <a:ext uri="{FF2B5EF4-FFF2-40B4-BE49-F238E27FC236}">
                  <a16:creationId xmlns:a16="http://schemas.microsoft.com/office/drawing/2014/main" id="{737C7CB2-D20E-16AF-F03F-AC19C6F9E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439" y="1408494"/>
              <a:ext cx="2284413" cy="974725"/>
            </a:xfrm>
            <a:custGeom>
              <a:avLst/>
              <a:gdLst>
                <a:gd name="T0" fmla="*/ 562 w 600"/>
                <a:gd name="T1" fmla="*/ 193 h 256"/>
                <a:gd name="T2" fmla="*/ 600 w 600"/>
                <a:gd name="T3" fmla="*/ 193 h 256"/>
                <a:gd name="T4" fmla="*/ 600 w 600"/>
                <a:gd name="T5" fmla="*/ 108 h 256"/>
                <a:gd name="T6" fmla="*/ 600 w 600"/>
                <a:gd name="T7" fmla="*/ 102 h 256"/>
                <a:gd name="T8" fmla="*/ 569 w 600"/>
                <a:gd name="T9" fmla="*/ 126 h 256"/>
                <a:gd name="T10" fmla="*/ 519 w 600"/>
                <a:gd name="T11" fmla="*/ 63 h 256"/>
                <a:gd name="T12" fmla="*/ 597 w 600"/>
                <a:gd name="T13" fmla="*/ 0 h 256"/>
                <a:gd name="T14" fmla="*/ 128 w 600"/>
                <a:gd name="T15" fmla="*/ 0 h 256"/>
                <a:gd name="T16" fmla="*/ 0 w 600"/>
                <a:gd name="T17" fmla="*/ 128 h 256"/>
                <a:gd name="T18" fmla="*/ 0 w 600"/>
                <a:gd name="T19" fmla="*/ 128 h 256"/>
                <a:gd name="T20" fmla="*/ 128 w 600"/>
                <a:gd name="T21" fmla="*/ 256 h 256"/>
                <a:gd name="T22" fmla="*/ 562 w 600"/>
                <a:gd name="T23" fmla="*/ 256 h 256"/>
                <a:gd name="T24" fmla="*/ 562 w 600"/>
                <a:gd name="T25" fmla="*/ 19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00" h="256">
                  <a:moveTo>
                    <a:pt x="562" y="193"/>
                  </a:moveTo>
                  <a:cubicBezTo>
                    <a:pt x="600" y="193"/>
                    <a:pt x="600" y="193"/>
                    <a:pt x="600" y="193"/>
                  </a:cubicBezTo>
                  <a:cubicBezTo>
                    <a:pt x="600" y="108"/>
                    <a:pt x="600" y="108"/>
                    <a:pt x="600" y="108"/>
                  </a:cubicBezTo>
                  <a:cubicBezTo>
                    <a:pt x="600" y="102"/>
                    <a:pt x="600" y="102"/>
                    <a:pt x="600" y="102"/>
                  </a:cubicBezTo>
                  <a:cubicBezTo>
                    <a:pt x="569" y="126"/>
                    <a:pt x="569" y="126"/>
                    <a:pt x="569" y="126"/>
                  </a:cubicBezTo>
                  <a:cubicBezTo>
                    <a:pt x="519" y="63"/>
                    <a:pt x="519" y="63"/>
                    <a:pt x="519" y="63"/>
                  </a:cubicBezTo>
                  <a:cubicBezTo>
                    <a:pt x="597" y="0"/>
                    <a:pt x="597" y="0"/>
                    <a:pt x="597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58" y="0"/>
                    <a:pt x="0" y="58"/>
                    <a:pt x="0" y="128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99"/>
                    <a:pt x="58" y="256"/>
                    <a:pt x="128" y="256"/>
                  </a:cubicBezTo>
                  <a:cubicBezTo>
                    <a:pt x="562" y="256"/>
                    <a:pt x="562" y="256"/>
                    <a:pt x="562" y="256"/>
                  </a:cubicBezTo>
                  <a:lnTo>
                    <a:pt x="562" y="193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65100" dist="88900" dir="2700000" algn="tl" rotWithShape="0">
                <a:schemeClr val="accent1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r>
                <a:rPr lang="ru-RU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Целевая</a:t>
              </a:r>
            </a:p>
            <a:p>
              <a:pPr algn="ctr"/>
              <a:r>
                <a:rPr lang="ru-RU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программа</a:t>
              </a:r>
            </a:p>
          </p:txBody>
        </p:sp>
        <p:sp>
          <p:nvSpPr>
            <p:cNvPr id="36" name="Freeform 48">
              <a:extLst>
                <a:ext uri="{FF2B5EF4-FFF2-40B4-BE49-F238E27FC236}">
                  <a16:creationId xmlns:a16="http://schemas.microsoft.com/office/drawing/2014/main" id="{BB70BB88-DE1A-2DB3-4C06-593ED4059D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6900" y="1417638"/>
              <a:ext cx="628650" cy="974725"/>
            </a:xfrm>
            <a:custGeom>
              <a:avLst/>
              <a:gdLst>
                <a:gd name="T0" fmla="*/ 127 w 165"/>
                <a:gd name="T1" fmla="*/ 213 h 256"/>
                <a:gd name="T2" fmla="*/ 127 w 165"/>
                <a:gd name="T3" fmla="*/ 0 h 256"/>
                <a:gd name="T4" fmla="*/ 83 w 165"/>
                <a:gd name="T5" fmla="*/ 0 h 256"/>
                <a:gd name="T6" fmla="*/ 0 w 165"/>
                <a:gd name="T7" fmla="*/ 66 h 256"/>
                <a:gd name="T8" fmla="*/ 27 w 165"/>
                <a:gd name="T9" fmla="*/ 99 h 256"/>
                <a:gd name="T10" fmla="*/ 56 w 165"/>
                <a:gd name="T11" fmla="*/ 75 h 256"/>
                <a:gd name="T12" fmla="*/ 75 w 165"/>
                <a:gd name="T13" fmla="*/ 57 h 256"/>
                <a:gd name="T14" fmla="*/ 74 w 165"/>
                <a:gd name="T15" fmla="*/ 84 h 256"/>
                <a:gd name="T16" fmla="*/ 73 w 165"/>
                <a:gd name="T17" fmla="*/ 108 h 256"/>
                <a:gd name="T18" fmla="*/ 73 w 165"/>
                <a:gd name="T19" fmla="*/ 213 h 256"/>
                <a:gd name="T20" fmla="*/ 36 w 165"/>
                <a:gd name="T21" fmla="*/ 213 h 256"/>
                <a:gd name="T22" fmla="*/ 36 w 165"/>
                <a:gd name="T23" fmla="*/ 256 h 256"/>
                <a:gd name="T24" fmla="*/ 73 w 165"/>
                <a:gd name="T25" fmla="*/ 256 h 256"/>
                <a:gd name="T26" fmla="*/ 127 w 165"/>
                <a:gd name="T27" fmla="*/ 256 h 256"/>
                <a:gd name="T28" fmla="*/ 165 w 165"/>
                <a:gd name="T29" fmla="*/ 256 h 256"/>
                <a:gd name="T30" fmla="*/ 165 w 165"/>
                <a:gd name="T31" fmla="*/ 213 h 256"/>
                <a:gd name="T32" fmla="*/ 127 w 165"/>
                <a:gd name="T33" fmla="*/ 21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5" h="256">
                  <a:moveTo>
                    <a:pt x="127" y="213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27" y="99"/>
                    <a:pt x="27" y="99"/>
                    <a:pt x="27" y="99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59" y="72"/>
                    <a:pt x="66" y="66"/>
                    <a:pt x="75" y="57"/>
                  </a:cubicBezTo>
                  <a:cubicBezTo>
                    <a:pt x="74" y="84"/>
                    <a:pt x="74" y="84"/>
                    <a:pt x="74" y="84"/>
                  </a:cubicBezTo>
                  <a:cubicBezTo>
                    <a:pt x="73" y="108"/>
                    <a:pt x="73" y="108"/>
                    <a:pt x="73" y="108"/>
                  </a:cubicBezTo>
                  <a:cubicBezTo>
                    <a:pt x="73" y="213"/>
                    <a:pt x="73" y="213"/>
                    <a:pt x="73" y="213"/>
                  </a:cubicBezTo>
                  <a:cubicBezTo>
                    <a:pt x="36" y="213"/>
                    <a:pt x="36" y="213"/>
                    <a:pt x="36" y="213"/>
                  </a:cubicBezTo>
                  <a:cubicBezTo>
                    <a:pt x="36" y="256"/>
                    <a:pt x="36" y="256"/>
                    <a:pt x="36" y="256"/>
                  </a:cubicBezTo>
                  <a:cubicBezTo>
                    <a:pt x="73" y="256"/>
                    <a:pt x="73" y="256"/>
                    <a:pt x="73" y="256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65" y="256"/>
                    <a:pt x="165" y="256"/>
                    <a:pt x="165" y="256"/>
                  </a:cubicBezTo>
                  <a:cubicBezTo>
                    <a:pt x="165" y="213"/>
                    <a:pt x="165" y="213"/>
                    <a:pt x="165" y="213"/>
                  </a:cubicBezTo>
                  <a:lnTo>
                    <a:pt x="127" y="213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65100" dist="88900" dir="2700000" algn="tl" rotWithShape="0">
                <a:schemeClr val="accent1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</p:grpSp>
      <p:grpSp>
        <p:nvGrpSpPr>
          <p:cNvPr id="37" name="Group 78">
            <a:extLst>
              <a:ext uri="{FF2B5EF4-FFF2-40B4-BE49-F238E27FC236}">
                <a16:creationId xmlns:a16="http://schemas.microsoft.com/office/drawing/2014/main" id="{F792ED43-DCDA-777B-C34E-2D789325547D}"/>
              </a:ext>
            </a:extLst>
          </p:cNvPr>
          <p:cNvGrpSpPr/>
          <p:nvPr/>
        </p:nvGrpSpPr>
        <p:grpSpPr>
          <a:xfrm>
            <a:off x="67584" y="5214479"/>
            <a:ext cx="4845600" cy="1440001"/>
            <a:chOff x="1058863" y="4457700"/>
            <a:chExt cx="2706688" cy="978938"/>
          </a:xfrm>
          <a:solidFill>
            <a:srgbClr val="9933FF"/>
          </a:solidFill>
        </p:grpSpPr>
        <p:sp>
          <p:nvSpPr>
            <p:cNvPr id="38" name="Freeform 50">
              <a:extLst>
                <a:ext uri="{FF2B5EF4-FFF2-40B4-BE49-F238E27FC236}">
                  <a16:creationId xmlns:a16="http://schemas.microsoft.com/office/drawing/2014/main" id="{E6B42F5E-C7CA-0E2E-A1E3-FE4857F9B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8813" y="4697413"/>
              <a:ext cx="265113" cy="84138"/>
            </a:xfrm>
            <a:custGeom>
              <a:avLst/>
              <a:gdLst>
                <a:gd name="T0" fmla="*/ 35 w 70"/>
                <a:gd name="T1" fmla="*/ 3 h 22"/>
                <a:gd name="T2" fmla="*/ 12 w 70"/>
                <a:gd name="T3" fmla="*/ 15 h 22"/>
                <a:gd name="T4" fmla="*/ 0 w 70"/>
                <a:gd name="T5" fmla="*/ 22 h 22"/>
                <a:gd name="T6" fmla="*/ 34 w 70"/>
                <a:gd name="T7" fmla="*/ 22 h 22"/>
                <a:gd name="T8" fmla="*/ 67 w 70"/>
                <a:gd name="T9" fmla="*/ 17 h 22"/>
                <a:gd name="T10" fmla="*/ 70 w 70"/>
                <a:gd name="T11" fmla="*/ 8 h 22"/>
                <a:gd name="T12" fmla="*/ 54 w 70"/>
                <a:gd name="T13" fmla="*/ 0 h 22"/>
                <a:gd name="T14" fmla="*/ 35 w 70"/>
                <a:gd name="T15" fmla="*/ 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22">
                  <a:moveTo>
                    <a:pt x="35" y="3"/>
                  </a:moveTo>
                  <a:cubicBezTo>
                    <a:pt x="28" y="5"/>
                    <a:pt x="21" y="9"/>
                    <a:pt x="12" y="15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55" y="22"/>
                    <a:pt x="63" y="19"/>
                    <a:pt x="67" y="17"/>
                  </a:cubicBezTo>
                  <a:cubicBezTo>
                    <a:pt x="68" y="16"/>
                    <a:pt x="70" y="15"/>
                    <a:pt x="70" y="8"/>
                  </a:cubicBezTo>
                  <a:cubicBezTo>
                    <a:pt x="70" y="3"/>
                    <a:pt x="70" y="0"/>
                    <a:pt x="54" y="0"/>
                  </a:cubicBezTo>
                  <a:cubicBezTo>
                    <a:pt x="48" y="0"/>
                    <a:pt x="42" y="1"/>
                    <a:pt x="35" y="3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165100" dist="50800" dir="2700000" algn="tl" rotWithShape="0">
                <a:schemeClr val="accent4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grpSp>
          <p:nvGrpSpPr>
            <p:cNvPr id="39" name="Group 66">
              <a:extLst>
                <a:ext uri="{FF2B5EF4-FFF2-40B4-BE49-F238E27FC236}">
                  <a16:creationId xmlns:a16="http://schemas.microsoft.com/office/drawing/2014/main" id="{68717BF1-BE04-56E1-984E-3C0305A0E793}"/>
                </a:ext>
              </a:extLst>
            </p:cNvPr>
            <p:cNvGrpSpPr/>
            <p:nvPr/>
          </p:nvGrpSpPr>
          <p:grpSpPr>
            <a:xfrm>
              <a:off x="1058863" y="4457700"/>
              <a:ext cx="2706688" cy="978938"/>
              <a:chOff x="1058863" y="4457700"/>
              <a:chExt cx="2706688" cy="978938"/>
            </a:xfrm>
            <a:grpFill/>
          </p:grpSpPr>
          <p:sp>
            <p:nvSpPr>
              <p:cNvPr id="40" name="Freeform 51">
                <a:extLst>
                  <a:ext uri="{FF2B5EF4-FFF2-40B4-BE49-F238E27FC236}">
                    <a16:creationId xmlns:a16="http://schemas.microsoft.com/office/drawing/2014/main" id="{FB00EC4B-FB15-A6B8-A575-B15E92EA06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8863" y="4461913"/>
                <a:ext cx="2398562" cy="974725"/>
              </a:xfrm>
              <a:custGeom>
                <a:avLst/>
                <a:gdLst>
                  <a:gd name="T0" fmla="*/ 519 w 636"/>
                  <a:gd name="T1" fmla="*/ 256 h 256"/>
                  <a:gd name="T2" fmla="*/ 519 w 636"/>
                  <a:gd name="T3" fmla="*/ 166 h 256"/>
                  <a:gd name="T4" fmla="*/ 547 w 636"/>
                  <a:gd name="T5" fmla="*/ 181 h 256"/>
                  <a:gd name="T6" fmla="*/ 575 w 636"/>
                  <a:gd name="T7" fmla="*/ 191 h 256"/>
                  <a:gd name="T8" fmla="*/ 605 w 636"/>
                  <a:gd name="T9" fmla="*/ 195 h 256"/>
                  <a:gd name="T10" fmla="*/ 632 w 636"/>
                  <a:gd name="T11" fmla="*/ 190 h 256"/>
                  <a:gd name="T12" fmla="*/ 636 w 636"/>
                  <a:gd name="T13" fmla="*/ 177 h 256"/>
                  <a:gd name="T14" fmla="*/ 632 w 636"/>
                  <a:gd name="T15" fmla="*/ 170 h 256"/>
                  <a:gd name="T16" fmla="*/ 596 w 636"/>
                  <a:gd name="T17" fmla="*/ 165 h 256"/>
                  <a:gd name="T18" fmla="*/ 557 w 636"/>
                  <a:gd name="T19" fmla="*/ 165 h 256"/>
                  <a:gd name="T20" fmla="*/ 557 w 636"/>
                  <a:gd name="T21" fmla="*/ 87 h 256"/>
                  <a:gd name="T22" fmla="*/ 512 w 636"/>
                  <a:gd name="T23" fmla="*/ 20 h 256"/>
                  <a:gd name="T24" fmla="*/ 527 w 636"/>
                  <a:gd name="T25" fmla="*/ 9 h 256"/>
                  <a:gd name="T26" fmla="*/ 541 w 636"/>
                  <a:gd name="T27" fmla="*/ 0 h 256"/>
                  <a:gd name="T28" fmla="*/ 128 w 636"/>
                  <a:gd name="T29" fmla="*/ 0 h 256"/>
                  <a:gd name="T30" fmla="*/ 0 w 636"/>
                  <a:gd name="T31" fmla="*/ 128 h 256"/>
                  <a:gd name="T32" fmla="*/ 0 w 636"/>
                  <a:gd name="T33" fmla="*/ 128 h 256"/>
                  <a:gd name="T34" fmla="*/ 128 w 636"/>
                  <a:gd name="T35" fmla="*/ 256 h 256"/>
                  <a:gd name="T36" fmla="*/ 520 w 636"/>
                  <a:gd name="T37" fmla="*/ 256 h 256"/>
                  <a:gd name="T38" fmla="*/ 519 w 636"/>
                  <a:gd name="T39" fmla="*/ 256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36" h="256">
                    <a:moveTo>
                      <a:pt x="519" y="256"/>
                    </a:moveTo>
                    <a:cubicBezTo>
                      <a:pt x="519" y="166"/>
                      <a:pt x="519" y="166"/>
                      <a:pt x="519" y="166"/>
                    </a:cubicBezTo>
                    <a:cubicBezTo>
                      <a:pt x="547" y="181"/>
                      <a:pt x="547" y="181"/>
                      <a:pt x="547" y="181"/>
                    </a:cubicBezTo>
                    <a:cubicBezTo>
                      <a:pt x="556" y="185"/>
                      <a:pt x="565" y="188"/>
                      <a:pt x="575" y="191"/>
                    </a:cubicBezTo>
                    <a:cubicBezTo>
                      <a:pt x="585" y="194"/>
                      <a:pt x="595" y="195"/>
                      <a:pt x="605" y="195"/>
                    </a:cubicBezTo>
                    <a:cubicBezTo>
                      <a:pt x="622" y="195"/>
                      <a:pt x="629" y="192"/>
                      <a:pt x="632" y="190"/>
                    </a:cubicBezTo>
                    <a:cubicBezTo>
                      <a:pt x="633" y="189"/>
                      <a:pt x="636" y="187"/>
                      <a:pt x="636" y="177"/>
                    </a:cubicBezTo>
                    <a:cubicBezTo>
                      <a:pt x="636" y="172"/>
                      <a:pt x="634" y="171"/>
                      <a:pt x="632" y="170"/>
                    </a:cubicBezTo>
                    <a:cubicBezTo>
                      <a:pt x="628" y="168"/>
                      <a:pt x="619" y="165"/>
                      <a:pt x="596" y="165"/>
                    </a:cubicBezTo>
                    <a:cubicBezTo>
                      <a:pt x="557" y="165"/>
                      <a:pt x="557" y="165"/>
                      <a:pt x="557" y="165"/>
                    </a:cubicBezTo>
                    <a:cubicBezTo>
                      <a:pt x="557" y="87"/>
                      <a:pt x="557" y="87"/>
                      <a:pt x="557" y="87"/>
                    </a:cubicBezTo>
                    <a:cubicBezTo>
                      <a:pt x="512" y="20"/>
                      <a:pt x="512" y="20"/>
                      <a:pt x="512" y="20"/>
                    </a:cubicBezTo>
                    <a:cubicBezTo>
                      <a:pt x="527" y="9"/>
                      <a:pt x="527" y="9"/>
                      <a:pt x="527" y="9"/>
                    </a:cubicBezTo>
                    <a:cubicBezTo>
                      <a:pt x="531" y="6"/>
                      <a:pt x="536" y="3"/>
                      <a:pt x="541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58" y="0"/>
                      <a:pt x="0" y="58"/>
                      <a:pt x="0" y="128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99"/>
                      <a:pt x="58" y="256"/>
                      <a:pt x="128" y="256"/>
                    </a:cubicBezTo>
                    <a:cubicBezTo>
                      <a:pt x="520" y="256"/>
                      <a:pt x="520" y="256"/>
                      <a:pt x="520" y="256"/>
                    </a:cubicBezTo>
                    <a:lnTo>
                      <a:pt x="519" y="256"/>
                    </a:lnTo>
                    <a:close/>
                  </a:path>
                </a:pathLst>
              </a:custGeom>
              <a:grpFill/>
              <a:ln>
                <a:noFill/>
              </a:ln>
              <a:effectLst>
                <a:outerShdw blurRad="165100" dist="50800" dir="2700000" algn="tl" rotWithShape="0">
                  <a:schemeClr val="accent4">
                    <a:lumMod val="75000"/>
                    <a:alpha val="30000"/>
                  </a:schemeClr>
                </a:outerShdw>
              </a:effec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</a:p>
              <a:p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ru-RU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</a:p>
            </p:txBody>
          </p:sp>
          <p:sp>
            <p:nvSpPr>
              <p:cNvPr id="41" name="Freeform 52">
                <a:extLst>
                  <a:ext uri="{FF2B5EF4-FFF2-40B4-BE49-F238E27FC236}">
                    <a16:creationId xmlns:a16="http://schemas.microsoft.com/office/drawing/2014/main" id="{5DBB1B56-A600-99D5-D8A8-500C6AF1F7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6738" y="4457700"/>
                <a:ext cx="658813" cy="974725"/>
              </a:xfrm>
              <a:custGeom>
                <a:avLst/>
                <a:gdLst>
                  <a:gd name="T0" fmla="*/ 165 w 173"/>
                  <a:gd name="T1" fmla="*/ 60 h 256"/>
                  <a:gd name="T2" fmla="*/ 151 w 173"/>
                  <a:gd name="T3" fmla="*/ 99 h 256"/>
                  <a:gd name="T4" fmla="*/ 112 w 173"/>
                  <a:gd name="T5" fmla="*/ 122 h 256"/>
                  <a:gd name="T6" fmla="*/ 112 w 173"/>
                  <a:gd name="T7" fmla="*/ 123 h 256"/>
                  <a:gd name="T8" fmla="*/ 157 w 173"/>
                  <a:gd name="T9" fmla="*/ 141 h 256"/>
                  <a:gd name="T10" fmla="*/ 173 w 173"/>
                  <a:gd name="T11" fmla="*/ 180 h 256"/>
                  <a:gd name="T12" fmla="*/ 147 w 173"/>
                  <a:gd name="T13" fmla="*/ 236 h 256"/>
                  <a:gd name="T14" fmla="*/ 72 w 173"/>
                  <a:gd name="T15" fmla="*/ 256 h 256"/>
                  <a:gd name="T16" fmla="*/ 0 w 173"/>
                  <a:gd name="T17" fmla="*/ 243 h 256"/>
                  <a:gd name="T18" fmla="*/ 0 w 173"/>
                  <a:gd name="T19" fmla="*/ 198 h 256"/>
                  <a:gd name="T20" fmla="*/ 32 w 173"/>
                  <a:gd name="T21" fmla="*/ 210 h 256"/>
                  <a:gd name="T22" fmla="*/ 67 w 173"/>
                  <a:gd name="T23" fmla="*/ 215 h 256"/>
                  <a:gd name="T24" fmla="*/ 105 w 173"/>
                  <a:gd name="T25" fmla="*/ 206 h 256"/>
                  <a:gd name="T26" fmla="*/ 118 w 173"/>
                  <a:gd name="T27" fmla="*/ 177 h 256"/>
                  <a:gd name="T28" fmla="*/ 103 w 173"/>
                  <a:gd name="T29" fmla="*/ 152 h 256"/>
                  <a:gd name="T30" fmla="*/ 58 w 173"/>
                  <a:gd name="T31" fmla="*/ 145 h 256"/>
                  <a:gd name="T32" fmla="*/ 39 w 173"/>
                  <a:gd name="T33" fmla="*/ 145 h 256"/>
                  <a:gd name="T34" fmla="*/ 39 w 173"/>
                  <a:gd name="T35" fmla="*/ 105 h 256"/>
                  <a:gd name="T36" fmla="*/ 58 w 173"/>
                  <a:gd name="T37" fmla="*/ 105 h 256"/>
                  <a:gd name="T38" fmla="*/ 100 w 173"/>
                  <a:gd name="T39" fmla="*/ 97 h 256"/>
                  <a:gd name="T40" fmla="*/ 114 w 173"/>
                  <a:gd name="T41" fmla="*/ 71 h 256"/>
                  <a:gd name="T42" fmla="*/ 78 w 173"/>
                  <a:gd name="T43" fmla="*/ 43 h 256"/>
                  <a:gd name="T44" fmla="*/ 53 w 173"/>
                  <a:gd name="T45" fmla="*/ 47 h 256"/>
                  <a:gd name="T46" fmla="*/ 25 w 173"/>
                  <a:gd name="T47" fmla="*/ 61 h 256"/>
                  <a:gd name="T48" fmla="*/ 1 w 173"/>
                  <a:gd name="T49" fmla="*/ 25 h 256"/>
                  <a:gd name="T50" fmla="*/ 82 w 173"/>
                  <a:gd name="T51" fmla="*/ 0 h 256"/>
                  <a:gd name="T52" fmla="*/ 143 w 173"/>
                  <a:gd name="T53" fmla="*/ 16 h 256"/>
                  <a:gd name="T54" fmla="*/ 165 w 173"/>
                  <a:gd name="T55" fmla="*/ 60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73" h="256">
                    <a:moveTo>
                      <a:pt x="165" y="60"/>
                    </a:moveTo>
                    <a:cubicBezTo>
                      <a:pt x="165" y="75"/>
                      <a:pt x="161" y="88"/>
                      <a:pt x="151" y="99"/>
                    </a:cubicBezTo>
                    <a:cubicBezTo>
                      <a:pt x="142" y="110"/>
                      <a:pt x="129" y="118"/>
                      <a:pt x="112" y="122"/>
                    </a:cubicBezTo>
                    <a:cubicBezTo>
                      <a:pt x="112" y="123"/>
                      <a:pt x="112" y="123"/>
                      <a:pt x="112" y="123"/>
                    </a:cubicBezTo>
                    <a:cubicBezTo>
                      <a:pt x="132" y="125"/>
                      <a:pt x="147" y="131"/>
                      <a:pt x="157" y="141"/>
                    </a:cubicBezTo>
                    <a:cubicBezTo>
                      <a:pt x="168" y="151"/>
                      <a:pt x="173" y="164"/>
                      <a:pt x="173" y="180"/>
                    </a:cubicBezTo>
                    <a:cubicBezTo>
                      <a:pt x="173" y="204"/>
                      <a:pt x="164" y="223"/>
                      <a:pt x="147" y="236"/>
                    </a:cubicBezTo>
                    <a:cubicBezTo>
                      <a:pt x="129" y="250"/>
                      <a:pt x="104" y="256"/>
                      <a:pt x="72" y="256"/>
                    </a:cubicBezTo>
                    <a:cubicBezTo>
                      <a:pt x="45" y="256"/>
                      <a:pt x="21" y="252"/>
                      <a:pt x="0" y="243"/>
                    </a:cubicBezTo>
                    <a:cubicBezTo>
                      <a:pt x="0" y="198"/>
                      <a:pt x="0" y="198"/>
                      <a:pt x="0" y="198"/>
                    </a:cubicBezTo>
                    <a:cubicBezTo>
                      <a:pt x="10" y="203"/>
                      <a:pt x="21" y="207"/>
                      <a:pt x="32" y="210"/>
                    </a:cubicBezTo>
                    <a:cubicBezTo>
                      <a:pt x="44" y="213"/>
                      <a:pt x="55" y="215"/>
                      <a:pt x="67" y="215"/>
                    </a:cubicBezTo>
                    <a:cubicBezTo>
                      <a:pt x="84" y="215"/>
                      <a:pt x="97" y="212"/>
                      <a:pt x="105" y="206"/>
                    </a:cubicBezTo>
                    <a:cubicBezTo>
                      <a:pt x="113" y="200"/>
                      <a:pt x="118" y="190"/>
                      <a:pt x="118" y="177"/>
                    </a:cubicBezTo>
                    <a:cubicBezTo>
                      <a:pt x="118" y="166"/>
                      <a:pt x="113" y="157"/>
                      <a:pt x="103" y="152"/>
                    </a:cubicBezTo>
                    <a:cubicBezTo>
                      <a:pt x="94" y="148"/>
                      <a:pt x="78" y="145"/>
                      <a:pt x="58" y="145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05"/>
                      <a:pt x="39" y="105"/>
                      <a:pt x="39" y="105"/>
                    </a:cubicBezTo>
                    <a:cubicBezTo>
                      <a:pt x="58" y="105"/>
                      <a:pt x="58" y="105"/>
                      <a:pt x="58" y="105"/>
                    </a:cubicBezTo>
                    <a:cubicBezTo>
                      <a:pt x="77" y="105"/>
                      <a:pt x="91" y="102"/>
                      <a:pt x="100" y="97"/>
                    </a:cubicBezTo>
                    <a:cubicBezTo>
                      <a:pt x="109" y="92"/>
                      <a:pt x="114" y="83"/>
                      <a:pt x="114" y="71"/>
                    </a:cubicBezTo>
                    <a:cubicBezTo>
                      <a:pt x="114" y="52"/>
                      <a:pt x="102" y="43"/>
                      <a:pt x="78" y="43"/>
                    </a:cubicBezTo>
                    <a:cubicBezTo>
                      <a:pt x="70" y="43"/>
                      <a:pt x="62" y="44"/>
                      <a:pt x="53" y="47"/>
                    </a:cubicBezTo>
                    <a:cubicBezTo>
                      <a:pt x="45" y="50"/>
                      <a:pt x="35" y="54"/>
                      <a:pt x="25" y="61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3" y="9"/>
                      <a:pt x="50" y="0"/>
                      <a:pt x="82" y="0"/>
                    </a:cubicBezTo>
                    <a:cubicBezTo>
                      <a:pt x="108" y="0"/>
                      <a:pt x="128" y="6"/>
                      <a:pt x="143" y="16"/>
                    </a:cubicBezTo>
                    <a:cubicBezTo>
                      <a:pt x="158" y="26"/>
                      <a:pt x="165" y="41"/>
                      <a:pt x="165" y="6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>
                <a:outerShdw blurRad="165100" dist="50800" dir="2700000" algn="tl" rotWithShape="0">
                  <a:schemeClr val="accent4">
                    <a:lumMod val="75000"/>
                    <a:alpha val="30000"/>
                  </a:scheme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x-none"/>
              </a:p>
            </p:txBody>
          </p:sp>
        </p:grpSp>
      </p:grpSp>
      <p:grpSp>
        <p:nvGrpSpPr>
          <p:cNvPr id="42" name="Group 67">
            <a:extLst>
              <a:ext uri="{FF2B5EF4-FFF2-40B4-BE49-F238E27FC236}">
                <a16:creationId xmlns:a16="http://schemas.microsoft.com/office/drawing/2014/main" id="{8A668F90-88E0-2CE0-8219-7C53907306A5}"/>
              </a:ext>
            </a:extLst>
          </p:cNvPr>
          <p:cNvGrpSpPr/>
          <p:nvPr/>
        </p:nvGrpSpPr>
        <p:grpSpPr>
          <a:xfrm>
            <a:off x="7278816" y="5214482"/>
            <a:ext cx="4845600" cy="1433801"/>
            <a:chOff x="8399463" y="4443721"/>
            <a:chExt cx="2709154" cy="996642"/>
          </a:xfrm>
          <a:solidFill>
            <a:srgbClr val="9933FF"/>
          </a:solidFill>
        </p:grpSpPr>
        <p:sp>
          <p:nvSpPr>
            <p:cNvPr id="43" name="Freeform 54">
              <a:extLst>
                <a:ext uri="{FF2B5EF4-FFF2-40B4-BE49-F238E27FC236}">
                  <a16:creationId xmlns:a16="http://schemas.microsoft.com/office/drawing/2014/main" id="{A27B22AB-C7AF-F30E-BBAF-E2C3FD386D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1967" y="4443721"/>
              <a:ext cx="2406650" cy="974725"/>
            </a:xfrm>
            <a:custGeom>
              <a:avLst/>
              <a:gdLst>
                <a:gd name="T0" fmla="*/ 504 w 632"/>
                <a:gd name="T1" fmla="*/ 0 h 256"/>
                <a:gd name="T2" fmla="*/ 96 w 632"/>
                <a:gd name="T3" fmla="*/ 0 h 256"/>
                <a:gd name="T4" fmla="*/ 96 w 632"/>
                <a:gd name="T5" fmla="*/ 69 h 256"/>
                <a:gd name="T6" fmla="*/ 72 w 632"/>
                <a:gd name="T7" fmla="*/ 63 h 256"/>
                <a:gd name="T8" fmla="*/ 46 w 632"/>
                <a:gd name="T9" fmla="*/ 60 h 256"/>
                <a:gd name="T10" fmla="*/ 10 w 632"/>
                <a:gd name="T11" fmla="*/ 67 h 256"/>
                <a:gd name="T12" fmla="*/ 0 w 632"/>
                <a:gd name="T13" fmla="*/ 73 h 256"/>
                <a:gd name="T14" fmla="*/ 22 w 632"/>
                <a:gd name="T15" fmla="*/ 71 h 256"/>
                <a:gd name="T16" fmla="*/ 90 w 632"/>
                <a:gd name="T17" fmla="*/ 98 h 256"/>
                <a:gd name="T18" fmla="*/ 114 w 632"/>
                <a:gd name="T19" fmla="*/ 170 h 256"/>
                <a:gd name="T20" fmla="*/ 85 w 632"/>
                <a:gd name="T21" fmla="*/ 248 h 256"/>
                <a:gd name="T22" fmla="*/ 76 w 632"/>
                <a:gd name="T23" fmla="*/ 256 h 256"/>
                <a:gd name="T24" fmla="*/ 504 w 632"/>
                <a:gd name="T25" fmla="*/ 256 h 256"/>
                <a:gd name="T26" fmla="*/ 632 w 632"/>
                <a:gd name="T27" fmla="*/ 128 h 256"/>
                <a:gd name="T28" fmla="*/ 632 w 632"/>
                <a:gd name="T29" fmla="*/ 128 h 256"/>
                <a:gd name="T30" fmla="*/ 504 w 632"/>
                <a:gd name="T31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32" h="256">
                  <a:moveTo>
                    <a:pt x="504" y="0"/>
                  </a:moveTo>
                  <a:cubicBezTo>
                    <a:pt x="96" y="0"/>
                    <a:pt x="96" y="0"/>
                    <a:pt x="96" y="0"/>
                  </a:cubicBezTo>
                  <a:cubicBezTo>
                    <a:pt x="96" y="69"/>
                    <a:pt x="96" y="69"/>
                    <a:pt x="96" y="69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63" y="61"/>
                    <a:pt x="54" y="60"/>
                    <a:pt x="46" y="60"/>
                  </a:cubicBezTo>
                  <a:cubicBezTo>
                    <a:pt x="31" y="60"/>
                    <a:pt x="18" y="63"/>
                    <a:pt x="10" y="67"/>
                  </a:cubicBezTo>
                  <a:cubicBezTo>
                    <a:pt x="6" y="69"/>
                    <a:pt x="3" y="71"/>
                    <a:pt x="0" y="73"/>
                  </a:cubicBezTo>
                  <a:cubicBezTo>
                    <a:pt x="7" y="71"/>
                    <a:pt x="14" y="71"/>
                    <a:pt x="22" y="71"/>
                  </a:cubicBezTo>
                  <a:cubicBezTo>
                    <a:pt x="50" y="71"/>
                    <a:pt x="73" y="80"/>
                    <a:pt x="90" y="98"/>
                  </a:cubicBezTo>
                  <a:cubicBezTo>
                    <a:pt x="106" y="116"/>
                    <a:pt x="114" y="140"/>
                    <a:pt x="114" y="170"/>
                  </a:cubicBezTo>
                  <a:cubicBezTo>
                    <a:pt x="114" y="202"/>
                    <a:pt x="104" y="228"/>
                    <a:pt x="85" y="248"/>
                  </a:cubicBezTo>
                  <a:cubicBezTo>
                    <a:pt x="82" y="251"/>
                    <a:pt x="79" y="254"/>
                    <a:pt x="76" y="256"/>
                  </a:cubicBezTo>
                  <a:cubicBezTo>
                    <a:pt x="504" y="256"/>
                    <a:pt x="504" y="256"/>
                    <a:pt x="504" y="256"/>
                  </a:cubicBezTo>
                  <a:cubicBezTo>
                    <a:pt x="574" y="256"/>
                    <a:pt x="632" y="199"/>
                    <a:pt x="632" y="128"/>
                  </a:cubicBezTo>
                  <a:cubicBezTo>
                    <a:pt x="632" y="128"/>
                    <a:pt x="632" y="128"/>
                    <a:pt x="632" y="128"/>
                  </a:cubicBezTo>
                  <a:cubicBezTo>
                    <a:pt x="632" y="58"/>
                    <a:pt x="574" y="0"/>
                    <a:pt x="504" y="0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165100" dist="50800" dir="2700000" algn="tl" rotWithShape="0">
                <a:schemeClr val="accent4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1"/>
              <a:r>
                <a:rPr lang="ru-RU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</a:p>
          </p:txBody>
        </p:sp>
        <p:sp>
          <p:nvSpPr>
            <p:cNvPr id="44" name="Freeform 55">
              <a:extLst>
                <a:ext uri="{FF2B5EF4-FFF2-40B4-BE49-F238E27FC236}">
                  <a16:creationId xmlns:a16="http://schemas.microsoft.com/office/drawing/2014/main" id="{8F878564-480B-6CDC-ED53-AE7BCBFFFA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99463" y="4454525"/>
              <a:ext cx="677863" cy="985838"/>
            </a:xfrm>
            <a:custGeom>
              <a:avLst/>
              <a:gdLst>
                <a:gd name="T0" fmla="*/ 0 w 178"/>
                <a:gd name="T1" fmla="*/ 148 h 259"/>
                <a:gd name="T2" fmla="*/ 32 w 178"/>
                <a:gd name="T3" fmla="*/ 37 h 259"/>
                <a:gd name="T4" fmla="*/ 126 w 178"/>
                <a:gd name="T5" fmla="*/ 0 h 259"/>
                <a:gd name="T6" fmla="*/ 160 w 178"/>
                <a:gd name="T7" fmla="*/ 3 h 259"/>
                <a:gd name="T8" fmla="*/ 160 w 178"/>
                <a:gd name="T9" fmla="*/ 45 h 259"/>
                <a:gd name="T10" fmla="*/ 130 w 178"/>
                <a:gd name="T11" fmla="*/ 42 h 259"/>
                <a:gd name="T12" fmla="*/ 85 w 178"/>
                <a:gd name="T13" fmla="*/ 50 h 259"/>
                <a:gd name="T14" fmla="*/ 59 w 178"/>
                <a:gd name="T15" fmla="*/ 75 h 259"/>
                <a:gd name="T16" fmla="*/ 49 w 178"/>
                <a:gd name="T17" fmla="*/ 121 h 259"/>
                <a:gd name="T18" fmla="*/ 51 w 178"/>
                <a:gd name="T19" fmla="*/ 121 h 259"/>
                <a:gd name="T20" fmla="*/ 106 w 178"/>
                <a:gd name="T21" fmla="*/ 91 h 259"/>
                <a:gd name="T22" fmla="*/ 159 w 178"/>
                <a:gd name="T23" fmla="*/ 113 h 259"/>
                <a:gd name="T24" fmla="*/ 178 w 178"/>
                <a:gd name="T25" fmla="*/ 171 h 259"/>
                <a:gd name="T26" fmla="*/ 155 w 178"/>
                <a:gd name="T27" fmla="*/ 235 h 259"/>
                <a:gd name="T28" fmla="*/ 92 w 178"/>
                <a:gd name="T29" fmla="*/ 259 h 259"/>
                <a:gd name="T30" fmla="*/ 43 w 178"/>
                <a:gd name="T31" fmla="*/ 246 h 259"/>
                <a:gd name="T32" fmla="*/ 11 w 178"/>
                <a:gd name="T33" fmla="*/ 208 h 259"/>
                <a:gd name="T34" fmla="*/ 0 w 178"/>
                <a:gd name="T35" fmla="*/ 148 h 259"/>
                <a:gd name="T36" fmla="*/ 91 w 178"/>
                <a:gd name="T37" fmla="*/ 216 h 259"/>
                <a:gd name="T38" fmla="*/ 117 w 178"/>
                <a:gd name="T39" fmla="*/ 205 h 259"/>
                <a:gd name="T40" fmla="*/ 126 w 178"/>
                <a:gd name="T41" fmla="*/ 172 h 259"/>
                <a:gd name="T42" fmla="*/ 118 w 178"/>
                <a:gd name="T43" fmla="*/ 143 h 259"/>
                <a:gd name="T44" fmla="*/ 92 w 178"/>
                <a:gd name="T45" fmla="*/ 132 h 259"/>
                <a:gd name="T46" fmla="*/ 64 w 178"/>
                <a:gd name="T47" fmla="*/ 143 h 259"/>
                <a:gd name="T48" fmla="*/ 53 w 178"/>
                <a:gd name="T49" fmla="*/ 167 h 259"/>
                <a:gd name="T50" fmla="*/ 64 w 178"/>
                <a:gd name="T51" fmla="*/ 202 h 259"/>
                <a:gd name="T52" fmla="*/ 91 w 178"/>
                <a:gd name="T53" fmla="*/ 216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78" h="259">
                  <a:moveTo>
                    <a:pt x="0" y="148"/>
                  </a:moveTo>
                  <a:cubicBezTo>
                    <a:pt x="0" y="98"/>
                    <a:pt x="11" y="61"/>
                    <a:pt x="32" y="37"/>
                  </a:cubicBezTo>
                  <a:cubicBezTo>
                    <a:pt x="53" y="12"/>
                    <a:pt x="84" y="0"/>
                    <a:pt x="126" y="0"/>
                  </a:cubicBezTo>
                  <a:cubicBezTo>
                    <a:pt x="141" y="0"/>
                    <a:pt x="152" y="1"/>
                    <a:pt x="160" y="3"/>
                  </a:cubicBezTo>
                  <a:cubicBezTo>
                    <a:pt x="160" y="45"/>
                    <a:pt x="160" y="45"/>
                    <a:pt x="160" y="45"/>
                  </a:cubicBezTo>
                  <a:cubicBezTo>
                    <a:pt x="150" y="43"/>
                    <a:pt x="140" y="42"/>
                    <a:pt x="130" y="42"/>
                  </a:cubicBezTo>
                  <a:cubicBezTo>
                    <a:pt x="112" y="42"/>
                    <a:pt x="97" y="45"/>
                    <a:pt x="85" y="50"/>
                  </a:cubicBezTo>
                  <a:cubicBezTo>
                    <a:pt x="74" y="56"/>
                    <a:pt x="65" y="64"/>
                    <a:pt x="59" y="75"/>
                  </a:cubicBezTo>
                  <a:cubicBezTo>
                    <a:pt x="53" y="85"/>
                    <a:pt x="50" y="101"/>
                    <a:pt x="49" y="121"/>
                  </a:cubicBezTo>
                  <a:cubicBezTo>
                    <a:pt x="51" y="121"/>
                    <a:pt x="51" y="121"/>
                    <a:pt x="51" y="121"/>
                  </a:cubicBezTo>
                  <a:cubicBezTo>
                    <a:pt x="63" y="101"/>
                    <a:pt x="81" y="91"/>
                    <a:pt x="106" y="91"/>
                  </a:cubicBezTo>
                  <a:cubicBezTo>
                    <a:pt x="128" y="91"/>
                    <a:pt x="146" y="98"/>
                    <a:pt x="159" y="113"/>
                  </a:cubicBezTo>
                  <a:cubicBezTo>
                    <a:pt x="172" y="127"/>
                    <a:pt x="178" y="146"/>
                    <a:pt x="178" y="171"/>
                  </a:cubicBezTo>
                  <a:cubicBezTo>
                    <a:pt x="178" y="198"/>
                    <a:pt x="170" y="219"/>
                    <a:pt x="155" y="235"/>
                  </a:cubicBezTo>
                  <a:cubicBezTo>
                    <a:pt x="140" y="251"/>
                    <a:pt x="119" y="259"/>
                    <a:pt x="92" y="259"/>
                  </a:cubicBezTo>
                  <a:cubicBezTo>
                    <a:pt x="73" y="259"/>
                    <a:pt x="57" y="254"/>
                    <a:pt x="43" y="246"/>
                  </a:cubicBezTo>
                  <a:cubicBezTo>
                    <a:pt x="30" y="237"/>
                    <a:pt x="19" y="225"/>
                    <a:pt x="11" y="208"/>
                  </a:cubicBezTo>
                  <a:cubicBezTo>
                    <a:pt x="4" y="191"/>
                    <a:pt x="0" y="171"/>
                    <a:pt x="0" y="148"/>
                  </a:cubicBezTo>
                  <a:close/>
                  <a:moveTo>
                    <a:pt x="91" y="216"/>
                  </a:moveTo>
                  <a:cubicBezTo>
                    <a:pt x="102" y="216"/>
                    <a:pt x="111" y="212"/>
                    <a:pt x="117" y="205"/>
                  </a:cubicBezTo>
                  <a:cubicBezTo>
                    <a:pt x="123" y="197"/>
                    <a:pt x="126" y="186"/>
                    <a:pt x="126" y="172"/>
                  </a:cubicBezTo>
                  <a:cubicBezTo>
                    <a:pt x="126" y="160"/>
                    <a:pt x="124" y="150"/>
                    <a:pt x="118" y="143"/>
                  </a:cubicBezTo>
                  <a:cubicBezTo>
                    <a:pt x="112" y="136"/>
                    <a:pt x="104" y="132"/>
                    <a:pt x="92" y="132"/>
                  </a:cubicBezTo>
                  <a:cubicBezTo>
                    <a:pt x="81" y="132"/>
                    <a:pt x="72" y="136"/>
                    <a:pt x="64" y="143"/>
                  </a:cubicBezTo>
                  <a:cubicBezTo>
                    <a:pt x="57" y="150"/>
                    <a:pt x="53" y="158"/>
                    <a:pt x="53" y="167"/>
                  </a:cubicBezTo>
                  <a:cubicBezTo>
                    <a:pt x="53" y="181"/>
                    <a:pt x="57" y="193"/>
                    <a:pt x="64" y="202"/>
                  </a:cubicBezTo>
                  <a:cubicBezTo>
                    <a:pt x="71" y="211"/>
                    <a:pt x="80" y="216"/>
                    <a:pt x="91" y="216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165100" dist="50800" dir="2700000" algn="tl" rotWithShape="0">
                <a:schemeClr val="accent4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</p:grpSp>
      <p:sp>
        <p:nvSpPr>
          <p:cNvPr id="4" name="Овал 3">
            <a:extLst>
              <a:ext uri="{FF2B5EF4-FFF2-40B4-BE49-F238E27FC236}">
                <a16:creationId xmlns:a16="http://schemas.microsoft.com/office/drawing/2014/main" id="{8ACCD92B-526C-6DA9-BAA7-6FD2AB21AA22}"/>
              </a:ext>
            </a:extLst>
          </p:cNvPr>
          <p:cNvSpPr/>
          <p:nvPr/>
        </p:nvSpPr>
        <p:spPr>
          <a:xfrm>
            <a:off x="0" y="4994330"/>
            <a:ext cx="4096148" cy="1807125"/>
          </a:xfrm>
          <a:prstGeom prst="ellipse">
            <a:avLst/>
          </a:prstGeom>
          <a:solidFill>
            <a:schemeClr val="bg1">
              <a:alpha val="52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98076A-F974-CC12-371B-98214DAE057B}"/>
              </a:ext>
            </a:extLst>
          </p:cNvPr>
          <p:cNvSpPr txBox="1"/>
          <p:nvPr/>
        </p:nvSpPr>
        <p:spPr>
          <a:xfrm>
            <a:off x="438165" y="5393215"/>
            <a:ext cx="3048532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Выплаты на </a:t>
            </a:r>
          </a:p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каждом уровне 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9D3A967C-B808-1381-7A16-200C90C15996}"/>
              </a:ext>
            </a:extLst>
          </p:cNvPr>
          <p:cNvSpPr/>
          <p:nvPr/>
        </p:nvSpPr>
        <p:spPr>
          <a:xfrm>
            <a:off x="8207249" y="5064215"/>
            <a:ext cx="4241304" cy="1702804"/>
          </a:xfrm>
          <a:prstGeom prst="ellipse">
            <a:avLst/>
          </a:prstGeom>
          <a:solidFill>
            <a:schemeClr val="bg1">
              <a:alpha val="52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1352BC-44B6-D9A8-D561-14A38F9D3CA3}"/>
              </a:ext>
            </a:extLst>
          </p:cNvPr>
          <p:cNvSpPr txBox="1"/>
          <p:nvPr/>
        </p:nvSpPr>
        <p:spPr>
          <a:xfrm>
            <a:off x="8144012" y="5502625"/>
            <a:ext cx="409614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Финальная выплата</a:t>
            </a:r>
          </a:p>
          <a:p>
            <a:pPr lvl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250 000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9506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683506-9B09-6DC4-6630-5C1157D95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48">
            <a:extLst>
              <a:ext uri="{FF2B5EF4-FFF2-40B4-BE49-F238E27FC236}">
                <a16:creationId xmlns:a16="http://schemas.microsoft.com/office/drawing/2014/main" id="{44FBE0FA-38A6-6807-9365-1B53C1D15216}"/>
              </a:ext>
            </a:extLst>
          </p:cNvPr>
          <p:cNvSpPr/>
          <p:nvPr/>
        </p:nvSpPr>
        <p:spPr>
          <a:xfrm>
            <a:off x="-746917" y="-16868"/>
            <a:ext cx="3675299" cy="1469562"/>
          </a:xfrm>
          <a:prstGeom prst="roundRect">
            <a:avLst>
              <a:gd name="adj" fmla="val 50000"/>
            </a:avLst>
          </a:prstGeom>
          <a:blipFill>
            <a:blip r:embed="rId4"/>
            <a:stretch>
              <a:fillRect/>
            </a:stretch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315FAC-2DDB-F975-2B90-334DB69AEE8B}"/>
              </a:ext>
            </a:extLst>
          </p:cNvPr>
          <p:cNvSpPr txBox="1"/>
          <p:nvPr/>
        </p:nvSpPr>
        <p:spPr>
          <a:xfrm>
            <a:off x="1652751" y="-28844"/>
            <a:ext cx="29673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Уровень</a:t>
            </a:r>
          </a:p>
        </p:txBody>
      </p:sp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D02FFB3D-E823-5C0D-4D8F-DF71C1C59966}"/>
              </a:ext>
            </a:extLst>
          </p:cNvPr>
          <p:cNvGrpSpPr/>
          <p:nvPr/>
        </p:nvGrpSpPr>
        <p:grpSpPr>
          <a:xfrm>
            <a:off x="250315" y="1314811"/>
            <a:ext cx="5932768" cy="5333974"/>
            <a:chOff x="250315" y="1314811"/>
            <a:chExt cx="5932768" cy="5333974"/>
          </a:xfrm>
        </p:grpSpPr>
        <p:sp>
          <p:nvSpPr>
            <p:cNvPr id="66" name="Прямоугольник: скругленные углы 65">
              <a:extLst>
                <a:ext uri="{FF2B5EF4-FFF2-40B4-BE49-F238E27FC236}">
                  <a16:creationId xmlns:a16="http://schemas.microsoft.com/office/drawing/2014/main" id="{99650D82-E693-7A8F-7DDE-DE2677139862}"/>
                </a:ext>
              </a:extLst>
            </p:cNvPr>
            <p:cNvSpPr/>
            <p:nvPr/>
          </p:nvSpPr>
          <p:spPr>
            <a:xfrm>
              <a:off x="2792871" y="6154839"/>
              <a:ext cx="2569580" cy="493946"/>
            </a:xfrm>
            <a:prstGeom prst="roundRect">
              <a:avLst/>
            </a:prstGeom>
            <a:gradFill>
              <a:gsLst>
                <a:gs pos="96000">
                  <a:srgbClr val="FF6600"/>
                </a:gs>
                <a:gs pos="64000">
                  <a:srgbClr val="FF9933"/>
                </a:gs>
                <a:gs pos="10000">
                  <a:srgbClr val="FFC000"/>
                </a:gs>
              </a:gsLst>
              <a:lin ang="5400000" scaled="0"/>
            </a:gra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67" name="Группа 66">
              <a:extLst>
                <a:ext uri="{FF2B5EF4-FFF2-40B4-BE49-F238E27FC236}">
                  <a16:creationId xmlns:a16="http://schemas.microsoft.com/office/drawing/2014/main" id="{338E9682-2058-C945-DCE7-5EE451946C9C}"/>
                </a:ext>
              </a:extLst>
            </p:cNvPr>
            <p:cNvGrpSpPr/>
            <p:nvPr/>
          </p:nvGrpSpPr>
          <p:grpSpPr>
            <a:xfrm>
              <a:off x="250315" y="1314811"/>
              <a:ext cx="5932768" cy="5315010"/>
              <a:chOff x="250315" y="1314811"/>
              <a:chExt cx="5932768" cy="5315010"/>
            </a:xfrm>
          </p:grpSpPr>
          <p:sp>
            <p:nvSpPr>
              <p:cNvPr id="68" name="Правая фигурная скобка 67">
                <a:extLst>
                  <a:ext uri="{FF2B5EF4-FFF2-40B4-BE49-F238E27FC236}">
                    <a16:creationId xmlns:a16="http://schemas.microsoft.com/office/drawing/2014/main" id="{5FD69738-9399-F878-5C44-D7A71583E443}"/>
                  </a:ext>
                </a:extLst>
              </p:cNvPr>
              <p:cNvSpPr/>
              <p:nvPr/>
            </p:nvSpPr>
            <p:spPr>
              <a:xfrm rot="5400000">
                <a:off x="3731838" y="3660624"/>
                <a:ext cx="524489" cy="4378001"/>
              </a:xfrm>
              <a:prstGeom prst="rightBrac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A7C2FAC-5CB4-3579-A3DD-32F73A30FE01}"/>
                  </a:ext>
                </a:extLst>
              </p:cNvPr>
              <p:cNvSpPr txBox="1"/>
              <p:nvPr/>
            </p:nvSpPr>
            <p:spPr>
              <a:xfrm>
                <a:off x="2903499" y="6168156"/>
                <a:ext cx="25507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1 500 USDT</a:t>
                </a:r>
                <a:endParaRPr lang="ru-RU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70" name="Группа 69">
                <a:extLst>
                  <a:ext uri="{FF2B5EF4-FFF2-40B4-BE49-F238E27FC236}">
                    <a16:creationId xmlns:a16="http://schemas.microsoft.com/office/drawing/2014/main" id="{75379CE7-BFC1-A327-4250-F28D82E0691B}"/>
                  </a:ext>
                </a:extLst>
              </p:cNvPr>
              <p:cNvGrpSpPr/>
              <p:nvPr/>
            </p:nvGrpSpPr>
            <p:grpSpPr>
              <a:xfrm>
                <a:off x="250315" y="1314811"/>
                <a:ext cx="5699810" cy="4474601"/>
                <a:chOff x="915594" y="1332616"/>
                <a:chExt cx="5699810" cy="4474601"/>
              </a:xfrm>
            </p:grpSpPr>
            <p:grpSp>
              <p:nvGrpSpPr>
                <p:cNvPr id="89" name="Группа 266">
                  <a:extLst>
                    <a:ext uri="{FF2B5EF4-FFF2-40B4-BE49-F238E27FC236}">
                      <a16:creationId xmlns:a16="http://schemas.microsoft.com/office/drawing/2014/main" id="{2E4A8F9E-4489-5614-D95D-10E051997920}"/>
                    </a:ext>
                  </a:extLst>
                </p:cNvPr>
                <p:cNvGrpSpPr/>
                <p:nvPr/>
              </p:nvGrpSpPr>
              <p:grpSpPr>
                <a:xfrm>
                  <a:off x="915594" y="2178187"/>
                  <a:ext cx="5699810" cy="3629030"/>
                  <a:chOff x="915594" y="2200534"/>
                  <a:chExt cx="5699810" cy="3687083"/>
                </a:xfrm>
              </p:grpSpPr>
              <p:grpSp>
                <p:nvGrpSpPr>
                  <p:cNvPr id="91" name="Группа 250">
                    <a:extLst>
                      <a:ext uri="{FF2B5EF4-FFF2-40B4-BE49-F238E27FC236}">
                        <a16:creationId xmlns:a16="http://schemas.microsoft.com/office/drawing/2014/main" id="{CAFBC962-6FEE-EB96-984C-0D302AD8045E}"/>
                      </a:ext>
                    </a:extLst>
                  </p:cNvPr>
                  <p:cNvGrpSpPr/>
                  <p:nvPr/>
                </p:nvGrpSpPr>
                <p:grpSpPr>
                  <a:xfrm>
                    <a:off x="1302571" y="2200534"/>
                    <a:ext cx="4989665" cy="1812583"/>
                    <a:chOff x="1377430" y="2334298"/>
                    <a:chExt cx="5503213" cy="1983413"/>
                  </a:xfrm>
                </p:grpSpPr>
                <p:cxnSp>
                  <p:nvCxnSpPr>
                    <p:cNvPr id="96" name="Соединительная линия уступом 215">
                      <a:extLst>
                        <a:ext uri="{FF2B5EF4-FFF2-40B4-BE49-F238E27FC236}">
                          <a16:creationId xmlns:a16="http://schemas.microsoft.com/office/drawing/2014/main" id="{2F77C201-36C8-FE81-882B-6D2E971C493D}"/>
                        </a:ext>
                      </a:extLst>
                    </p:cNvPr>
                    <p:cNvCxnSpPr/>
                    <p:nvPr/>
                  </p:nvCxnSpPr>
                  <p:spPr>
                    <a:xfrm rot="5400000">
                      <a:off x="3031312" y="1665368"/>
                      <a:ext cx="395149" cy="1735711"/>
                    </a:xfrm>
                    <a:prstGeom prst="bentConnector3">
                      <a:avLst>
                        <a:gd name="adj1" fmla="val 50000"/>
                      </a:avLst>
                    </a:prstGeom>
                    <a:ln w="28575" cmpd="sng">
                      <a:solidFill>
                        <a:schemeClr val="bg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7" name="Соединительная линия уступом 221">
                      <a:extLst>
                        <a:ext uri="{FF2B5EF4-FFF2-40B4-BE49-F238E27FC236}">
                          <a16:creationId xmlns:a16="http://schemas.microsoft.com/office/drawing/2014/main" id="{4DC1DF5B-D69B-6E5E-3A76-337AA2C073BB}"/>
                        </a:ext>
                      </a:extLst>
                    </p:cNvPr>
                    <p:cNvCxnSpPr/>
                    <p:nvPr/>
                  </p:nvCxnSpPr>
                  <p:spPr>
                    <a:xfrm rot="16200000" flipH="1">
                      <a:off x="4770000" y="1664698"/>
                      <a:ext cx="396000" cy="1735200"/>
                    </a:xfrm>
                    <a:prstGeom prst="bentConnector3">
                      <a:avLst>
                        <a:gd name="adj1" fmla="val 50000"/>
                      </a:avLst>
                    </a:prstGeom>
                    <a:ln w="28575" cmpd="sng">
                      <a:solidFill>
                        <a:schemeClr val="bg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98" name="Группа 238">
                      <a:extLst>
                        <a:ext uri="{FF2B5EF4-FFF2-40B4-BE49-F238E27FC236}">
                          <a16:creationId xmlns:a16="http://schemas.microsoft.com/office/drawing/2014/main" id="{1788A5C2-19D5-D876-A062-4F016DDF5B6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377430" y="3930547"/>
                      <a:ext cx="2024742" cy="387164"/>
                      <a:chOff x="1500596" y="2796077"/>
                      <a:chExt cx="1799999" cy="169577"/>
                    </a:xfrm>
                  </p:grpSpPr>
                  <p:cxnSp>
                    <p:nvCxnSpPr>
                      <p:cNvPr id="102" name="Соединительная линия уступом 232">
                        <a:extLst>
                          <a:ext uri="{FF2B5EF4-FFF2-40B4-BE49-F238E27FC236}">
                            <a16:creationId xmlns:a16="http://schemas.microsoft.com/office/drawing/2014/main" id="{8F079FDE-EA4B-57BC-ACA2-5D0562D558B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5400000">
                        <a:off x="1865818" y="2430877"/>
                        <a:ext cx="169555" cy="900000"/>
                      </a:xfrm>
                      <a:prstGeom prst="bentConnector3">
                        <a:avLst>
                          <a:gd name="adj1" fmla="val 50000"/>
                        </a:avLst>
                      </a:prstGeom>
                      <a:ln w="28575" cmpd="sng">
                        <a:solidFill>
                          <a:schemeClr val="bg1"/>
                        </a:solidFill>
                        <a:headEnd type="none" w="med" len="med"/>
                        <a:tailEnd type="triangle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3" name="Соединительная линия уступом 235">
                        <a:extLst>
                          <a:ext uri="{FF2B5EF4-FFF2-40B4-BE49-F238E27FC236}">
                            <a16:creationId xmlns:a16="http://schemas.microsoft.com/office/drawing/2014/main" id="{6D28AE2B-42DF-73FB-EAE2-C398F40E8DB1}"/>
                          </a:ext>
                        </a:extLst>
                      </p:cNvPr>
                      <p:cNvCxnSpPr/>
                      <p:nvPr/>
                    </p:nvCxnSpPr>
                    <p:spPr>
                      <a:xfrm rot="16200000" flipH="1">
                        <a:off x="2765818" y="2430854"/>
                        <a:ext cx="169553" cy="900000"/>
                      </a:xfrm>
                      <a:prstGeom prst="bentConnector3">
                        <a:avLst>
                          <a:gd name="adj1" fmla="val 50000"/>
                        </a:avLst>
                      </a:prstGeom>
                      <a:ln w="28575" cmpd="sng">
                        <a:solidFill>
                          <a:schemeClr val="bg1"/>
                        </a:solidFill>
                        <a:headEnd type="none" w="med" len="med"/>
                        <a:tailEnd type="triangle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99" name="Группа 238">
                      <a:extLst>
                        <a:ext uri="{FF2B5EF4-FFF2-40B4-BE49-F238E27FC236}">
                          <a16:creationId xmlns:a16="http://schemas.microsoft.com/office/drawing/2014/main" id="{C984287E-6C7C-B20C-E47F-A080F88E9AF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5901" y="3925798"/>
                      <a:ext cx="2024742" cy="387164"/>
                      <a:chOff x="1500596" y="2796077"/>
                      <a:chExt cx="1799999" cy="169577"/>
                    </a:xfrm>
                  </p:grpSpPr>
                  <p:cxnSp>
                    <p:nvCxnSpPr>
                      <p:cNvPr id="100" name="Соединительная линия уступом 247">
                        <a:extLst>
                          <a:ext uri="{FF2B5EF4-FFF2-40B4-BE49-F238E27FC236}">
                            <a16:creationId xmlns:a16="http://schemas.microsoft.com/office/drawing/2014/main" id="{5FDF2336-CAEB-0402-5C32-D9CA661728A3}"/>
                          </a:ext>
                        </a:extLst>
                      </p:cNvPr>
                      <p:cNvCxnSpPr/>
                      <p:nvPr/>
                    </p:nvCxnSpPr>
                    <p:spPr>
                      <a:xfrm rot="5400000">
                        <a:off x="1865818" y="2430877"/>
                        <a:ext cx="169555" cy="900000"/>
                      </a:xfrm>
                      <a:prstGeom prst="bentConnector3">
                        <a:avLst>
                          <a:gd name="adj1" fmla="val 50000"/>
                        </a:avLst>
                      </a:prstGeom>
                      <a:ln w="28575" cmpd="sng">
                        <a:solidFill>
                          <a:schemeClr val="bg1"/>
                        </a:solidFill>
                        <a:headEnd type="none" w="med" len="med"/>
                        <a:tailEnd type="triangle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1" name="Соединительная линия уступом 248">
                        <a:extLst>
                          <a:ext uri="{FF2B5EF4-FFF2-40B4-BE49-F238E27FC236}">
                            <a16:creationId xmlns:a16="http://schemas.microsoft.com/office/drawing/2014/main" id="{8D4C9147-709F-B44F-88C6-5055A3196BAD}"/>
                          </a:ext>
                        </a:extLst>
                      </p:cNvPr>
                      <p:cNvCxnSpPr/>
                      <p:nvPr/>
                    </p:nvCxnSpPr>
                    <p:spPr>
                      <a:xfrm rot="16200000" flipH="1">
                        <a:off x="2765818" y="2430854"/>
                        <a:ext cx="169553" cy="900000"/>
                      </a:xfrm>
                      <a:prstGeom prst="bentConnector3">
                        <a:avLst>
                          <a:gd name="adj1" fmla="val 50000"/>
                        </a:avLst>
                      </a:prstGeom>
                      <a:ln w="28575" cmpd="sng">
                        <a:solidFill>
                          <a:schemeClr val="bg1"/>
                        </a:solidFill>
                        <a:headEnd type="none" w="med" len="med"/>
                        <a:tailEnd type="triangle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92" name="6-конечная звезда 261">
                    <a:extLst>
                      <a:ext uri="{FF2B5EF4-FFF2-40B4-BE49-F238E27FC236}">
                        <a16:creationId xmlns:a16="http://schemas.microsoft.com/office/drawing/2014/main" id="{15CE5E90-077B-98E8-F0DE-760C1D0EC033}"/>
                      </a:ext>
                    </a:extLst>
                  </p:cNvPr>
                  <p:cNvSpPr/>
                  <p:nvPr/>
                </p:nvSpPr>
                <p:spPr>
                  <a:xfrm>
                    <a:off x="915594" y="5223765"/>
                    <a:ext cx="606490" cy="634482"/>
                  </a:xfrm>
                  <a:prstGeom prst="star6">
                    <a:avLst/>
                  </a:prstGeom>
                  <a:gradFill>
                    <a:gsLst>
                      <a:gs pos="34000">
                        <a:srgbClr val="FFFF00"/>
                      </a:gs>
                      <a:gs pos="84000">
                        <a:srgbClr val="FF9933"/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2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1</a:t>
                    </a:r>
                  </a:p>
                </p:txBody>
              </p:sp>
              <p:sp>
                <p:nvSpPr>
                  <p:cNvPr id="93" name="6-конечная звезда 262">
                    <a:extLst>
                      <a:ext uri="{FF2B5EF4-FFF2-40B4-BE49-F238E27FC236}">
                        <a16:creationId xmlns:a16="http://schemas.microsoft.com/office/drawing/2014/main" id="{B82521D0-5E6F-E69F-A6F9-18FCBAC04FB2}"/>
                      </a:ext>
                    </a:extLst>
                  </p:cNvPr>
                  <p:cNvSpPr/>
                  <p:nvPr/>
                </p:nvSpPr>
                <p:spPr>
                  <a:xfrm>
                    <a:off x="2830286" y="5228252"/>
                    <a:ext cx="606490" cy="634482"/>
                  </a:xfrm>
                  <a:prstGeom prst="star6">
                    <a:avLst/>
                  </a:prstGeom>
                  <a:gradFill>
                    <a:gsLst>
                      <a:gs pos="34000">
                        <a:srgbClr val="FFFF00"/>
                      </a:gs>
                      <a:gs pos="84000">
                        <a:srgbClr val="FF9933"/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2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2</a:t>
                    </a:r>
                  </a:p>
                </p:txBody>
              </p:sp>
              <p:sp>
                <p:nvSpPr>
                  <p:cNvPr id="94" name="6-конечная звезда 263">
                    <a:extLst>
                      <a:ext uri="{FF2B5EF4-FFF2-40B4-BE49-F238E27FC236}">
                        <a16:creationId xmlns:a16="http://schemas.microsoft.com/office/drawing/2014/main" id="{92443B64-D705-69B6-03C3-1EB3B45BE864}"/>
                      </a:ext>
                    </a:extLst>
                  </p:cNvPr>
                  <p:cNvSpPr/>
                  <p:nvPr/>
                </p:nvSpPr>
                <p:spPr>
                  <a:xfrm>
                    <a:off x="4181341" y="5228252"/>
                    <a:ext cx="606490" cy="634482"/>
                  </a:xfrm>
                  <a:prstGeom prst="star6">
                    <a:avLst/>
                  </a:prstGeom>
                  <a:gradFill>
                    <a:gsLst>
                      <a:gs pos="34000">
                        <a:srgbClr val="FFFF00"/>
                      </a:gs>
                      <a:gs pos="84000">
                        <a:srgbClr val="FF9933"/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2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3</a:t>
                    </a:r>
                  </a:p>
                </p:txBody>
              </p:sp>
              <p:sp>
                <p:nvSpPr>
                  <p:cNvPr id="95" name="6-конечная звезда 264">
                    <a:extLst>
                      <a:ext uri="{FF2B5EF4-FFF2-40B4-BE49-F238E27FC236}">
                        <a16:creationId xmlns:a16="http://schemas.microsoft.com/office/drawing/2014/main" id="{B04D5B3F-CF09-B278-641E-E2982B1A075B}"/>
                      </a:ext>
                    </a:extLst>
                  </p:cNvPr>
                  <p:cNvSpPr/>
                  <p:nvPr/>
                </p:nvSpPr>
                <p:spPr>
                  <a:xfrm>
                    <a:off x="6008914" y="5253135"/>
                    <a:ext cx="606490" cy="634482"/>
                  </a:xfrm>
                  <a:prstGeom prst="star6">
                    <a:avLst/>
                  </a:prstGeom>
                  <a:gradFill>
                    <a:gsLst>
                      <a:gs pos="34000">
                        <a:srgbClr val="FFFF00"/>
                      </a:gs>
                      <a:gs pos="84000">
                        <a:srgbClr val="FF9933"/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2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4</a:t>
                    </a:r>
                  </a:p>
                </p:txBody>
              </p:sp>
            </p:grpSp>
            <p:sp>
              <p:nvSpPr>
                <p:cNvPr id="90" name="Прямоугольник 89">
                  <a:extLst>
                    <a:ext uri="{FF2B5EF4-FFF2-40B4-BE49-F238E27FC236}">
                      <a16:creationId xmlns:a16="http://schemas.microsoft.com/office/drawing/2014/main" id="{98C54861-D244-9505-E969-BDB604A1BDD6}"/>
                    </a:ext>
                  </a:extLst>
                </p:cNvPr>
                <p:cNvSpPr/>
                <p:nvPr/>
              </p:nvSpPr>
              <p:spPr>
                <a:xfrm>
                  <a:off x="4456438" y="1332616"/>
                  <a:ext cx="2004992" cy="523220"/>
                </a:xfrm>
                <a:prstGeom prst="rect">
                  <a:avLst/>
                </a:prstGeom>
                <a:gradFill>
                  <a:gsLst>
                    <a:gs pos="96000">
                      <a:srgbClr val="FF6600"/>
                    </a:gs>
                    <a:gs pos="64000">
                      <a:srgbClr val="FF9933"/>
                    </a:gs>
                    <a:gs pos="10000">
                      <a:srgbClr val="FFC000"/>
                    </a:gs>
                  </a:gsLst>
                  <a:lin ang="5400000" scaled="0"/>
                </a:gra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ru-RU" sz="2800" b="1" dirty="0">
                      <a:solidFill>
                        <a:schemeClr val="tx1"/>
                      </a:solidFill>
                      <a:latin typeface="Times New Roman" pitchFamily="18" charset="0"/>
                      <a:cs typeface="Times New Roman" pitchFamily="18" charset="0"/>
                    </a:rPr>
                    <a:t>525 </a:t>
                  </a:r>
                  <a:r>
                    <a:rPr lang="en-US" sz="2800" b="1" dirty="0">
                      <a:solidFill>
                        <a:schemeClr val="tx1"/>
                      </a:solidFill>
                      <a:latin typeface="Times New Roman" pitchFamily="18" charset="0"/>
                      <a:cs typeface="Times New Roman" pitchFamily="18" charset="0"/>
                    </a:rPr>
                    <a:t>USDT </a:t>
                  </a:r>
                  <a:endParaRPr lang="ru-RU" sz="28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sp>
        <p:nvSpPr>
          <p:cNvPr id="2" name="Graphic 10">
            <a:extLst>
              <a:ext uri="{FF2B5EF4-FFF2-40B4-BE49-F238E27FC236}">
                <a16:creationId xmlns:a16="http://schemas.microsoft.com/office/drawing/2014/main" id="{C44A8823-ED7B-1D39-4863-A5A78149BE8B}"/>
              </a:ext>
            </a:extLst>
          </p:cNvPr>
          <p:cNvSpPr/>
          <p:nvPr/>
        </p:nvSpPr>
        <p:spPr>
          <a:xfrm rot="5400000">
            <a:off x="6635944" y="1111449"/>
            <a:ext cx="5657850" cy="5454260"/>
          </a:xfrm>
          <a:custGeom>
            <a:avLst/>
            <a:gdLst>
              <a:gd name="connsiteX0" fmla="*/ 5753100 w 5753100"/>
              <a:gd name="connsiteY0" fmla="*/ 474345 h 5753100"/>
              <a:gd name="connsiteX1" fmla="*/ 5753100 w 5753100"/>
              <a:gd name="connsiteY1" fmla="*/ 5278755 h 5753100"/>
              <a:gd name="connsiteX2" fmla="*/ 5278755 w 5753100"/>
              <a:gd name="connsiteY2" fmla="*/ 5753100 h 5753100"/>
              <a:gd name="connsiteX3" fmla="*/ 2318385 w 5753100"/>
              <a:gd name="connsiteY3" fmla="*/ 5753100 h 5753100"/>
              <a:gd name="connsiteX4" fmla="*/ 1844040 w 5753100"/>
              <a:gd name="connsiteY4" fmla="*/ 5278755 h 5753100"/>
              <a:gd name="connsiteX5" fmla="*/ 1844040 w 5753100"/>
              <a:gd name="connsiteY5" fmla="*/ 4386263 h 5753100"/>
              <a:gd name="connsiteX6" fmla="*/ 1369695 w 5753100"/>
              <a:gd name="connsiteY6" fmla="*/ 3910013 h 5753100"/>
              <a:gd name="connsiteX7" fmla="*/ 474345 w 5753100"/>
              <a:gd name="connsiteY7" fmla="*/ 3910013 h 5753100"/>
              <a:gd name="connsiteX8" fmla="*/ 0 w 5753100"/>
              <a:gd name="connsiteY8" fmla="*/ 3435668 h 5753100"/>
              <a:gd name="connsiteX9" fmla="*/ 0 w 5753100"/>
              <a:gd name="connsiteY9" fmla="*/ 474345 h 5753100"/>
              <a:gd name="connsiteX10" fmla="*/ 474345 w 5753100"/>
              <a:gd name="connsiteY10" fmla="*/ 0 h 5753100"/>
              <a:gd name="connsiteX11" fmla="*/ 5278755 w 5753100"/>
              <a:gd name="connsiteY11" fmla="*/ 0 h 5753100"/>
              <a:gd name="connsiteX12" fmla="*/ 5753100 w 5753100"/>
              <a:gd name="connsiteY12" fmla="*/ 474345 h 575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753100" h="5753100">
                <a:moveTo>
                  <a:pt x="5753100" y="474345"/>
                </a:moveTo>
                <a:lnTo>
                  <a:pt x="5753100" y="5278755"/>
                </a:lnTo>
                <a:cubicBezTo>
                  <a:pt x="5753100" y="5540693"/>
                  <a:pt x="5540693" y="5753100"/>
                  <a:pt x="5278755" y="5753100"/>
                </a:cubicBezTo>
                <a:lnTo>
                  <a:pt x="2318385" y="5753100"/>
                </a:lnTo>
                <a:cubicBezTo>
                  <a:pt x="2056448" y="5753100"/>
                  <a:pt x="1844040" y="5540693"/>
                  <a:pt x="1844040" y="5278755"/>
                </a:cubicBezTo>
                <a:lnTo>
                  <a:pt x="1844040" y="4386263"/>
                </a:lnTo>
                <a:cubicBezTo>
                  <a:pt x="1844040" y="4123373"/>
                  <a:pt x="1631633" y="3910965"/>
                  <a:pt x="1369695" y="3910013"/>
                </a:cubicBezTo>
                <a:lnTo>
                  <a:pt x="474345" y="3910013"/>
                </a:lnTo>
                <a:cubicBezTo>
                  <a:pt x="212408" y="3910013"/>
                  <a:pt x="0" y="3697605"/>
                  <a:pt x="0" y="3435668"/>
                </a:cubicBezTo>
                <a:lnTo>
                  <a:pt x="0" y="474345"/>
                </a:lnTo>
                <a:cubicBezTo>
                  <a:pt x="0" y="212408"/>
                  <a:pt x="212408" y="0"/>
                  <a:pt x="474345" y="0"/>
                </a:cubicBezTo>
                <a:lnTo>
                  <a:pt x="5278755" y="0"/>
                </a:lnTo>
                <a:cubicBezTo>
                  <a:pt x="5540693" y="0"/>
                  <a:pt x="5753100" y="212408"/>
                  <a:pt x="5753100" y="474345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3" name="Rectangle: Rounded Corners 33">
            <a:extLst>
              <a:ext uri="{FF2B5EF4-FFF2-40B4-BE49-F238E27FC236}">
                <a16:creationId xmlns:a16="http://schemas.microsoft.com/office/drawing/2014/main" id="{EC35DEC8-B393-0F24-B40E-921D6FA93EC8}"/>
              </a:ext>
            </a:extLst>
          </p:cNvPr>
          <p:cNvSpPr/>
          <p:nvPr/>
        </p:nvSpPr>
        <p:spPr>
          <a:xfrm>
            <a:off x="6899048" y="1213176"/>
            <a:ext cx="1358967" cy="1333695"/>
          </a:xfrm>
          <a:prstGeom prst="roundRect">
            <a:avLst>
              <a:gd name="adj" fmla="val 50000"/>
            </a:avLst>
          </a:prstGeom>
          <a:blipFill>
            <a:blip r:embed="rId4"/>
            <a:stretch>
              <a:fillRect/>
            </a:stretch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GB" sz="5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D6C29D-0C87-22BD-9DC7-D378400CAF2C}"/>
              </a:ext>
            </a:extLst>
          </p:cNvPr>
          <p:cNvSpPr txBox="1"/>
          <p:nvPr/>
        </p:nvSpPr>
        <p:spPr>
          <a:xfrm>
            <a:off x="6899048" y="1576421"/>
            <a:ext cx="557391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Активация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525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USDT: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ctr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вход в проект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на развитие компании</a:t>
            </a:r>
          </a:p>
          <a:p>
            <a:pPr marL="285750" indent="-285750">
              <a:buFontTx/>
              <a:buChar char="-"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место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выплата </a:t>
            </a:r>
            <a:r>
              <a:rPr lang="ru-RU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USDT</a:t>
            </a:r>
            <a:r>
              <a:rPr lang="ru-RU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ru-RU" sz="24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2, 3 и 4 места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переход во 2 уровень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8331C237-93DB-C7D2-DB4C-C67BB7C86DF4}"/>
              </a:ext>
            </a:extLst>
          </p:cNvPr>
          <p:cNvGrpSpPr/>
          <p:nvPr/>
        </p:nvGrpSpPr>
        <p:grpSpPr>
          <a:xfrm>
            <a:off x="796371" y="2394416"/>
            <a:ext cx="1480297" cy="1411002"/>
            <a:chOff x="796371" y="2394416"/>
            <a:chExt cx="1480297" cy="1411002"/>
          </a:xfrm>
        </p:grpSpPr>
        <p:grpSp>
          <p:nvGrpSpPr>
            <p:cNvPr id="115" name="Группа 114">
              <a:extLst>
                <a:ext uri="{FF2B5EF4-FFF2-40B4-BE49-F238E27FC236}">
                  <a16:creationId xmlns:a16="http://schemas.microsoft.com/office/drawing/2014/main" id="{2A71CF98-6932-88C9-A8D3-C2A84457A01D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116" name="Рисунок 115">
                <a:extLst>
                  <a:ext uri="{FF2B5EF4-FFF2-40B4-BE49-F238E27FC236}">
                    <a16:creationId xmlns:a16="http://schemas.microsoft.com/office/drawing/2014/main" id="{5D260FB5-9791-5279-D44C-D7AD6A454F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117" name="Рисунок 116">
                <a:extLst>
                  <a:ext uri="{FF2B5EF4-FFF2-40B4-BE49-F238E27FC236}">
                    <a16:creationId xmlns:a16="http://schemas.microsoft.com/office/drawing/2014/main" id="{A5CF1785-ACE6-A8BF-7CD4-C290C11967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24" name="Круг: прозрачная заливка 23">
              <a:extLst>
                <a:ext uri="{FF2B5EF4-FFF2-40B4-BE49-F238E27FC236}">
                  <a16:creationId xmlns:a16="http://schemas.microsoft.com/office/drawing/2014/main" id="{59052448-9842-3E1B-7193-F8A41197764C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A8E1AC3-ACD8-E642-4F7A-1823D5506379}"/>
              </a:ext>
            </a:extLst>
          </p:cNvPr>
          <p:cNvGrpSpPr/>
          <p:nvPr/>
        </p:nvGrpSpPr>
        <p:grpSpPr>
          <a:xfrm>
            <a:off x="3943595" y="2406889"/>
            <a:ext cx="1480297" cy="1411002"/>
            <a:chOff x="796371" y="2394416"/>
            <a:chExt cx="1480297" cy="1411002"/>
          </a:xfrm>
        </p:grpSpPr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E8726020-8C8C-CFD3-DB90-3D47668F704B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13" name="Рисунок 12">
                <a:extLst>
                  <a:ext uri="{FF2B5EF4-FFF2-40B4-BE49-F238E27FC236}">
                    <a16:creationId xmlns:a16="http://schemas.microsoft.com/office/drawing/2014/main" id="{60FC17B0-BD82-AFB2-1D0E-0696562120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14" name="Рисунок 13">
                <a:extLst>
                  <a:ext uri="{FF2B5EF4-FFF2-40B4-BE49-F238E27FC236}">
                    <a16:creationId xmlns:a16="http://schemas.microsoft.com/office/drawing/2014/main" id="{4EAAF9DA-6AE6-4E4C-5026-CE2C3BC0E8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12" name="Круг: прозрачная заливка 11">
              <a:extLst>
                <a:ext uri="{FF2B5EF4-FFF2-40B4-BE49-F238E27FC236}">
                  <a16:creationId xmlns:a16="http://schemas.microsoft.com/office/drawing/2014/main" id="{6D5EF97D-C5E4-8E76-2FF8-C9337483CF1B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22953403-0EB2-90C1-07E3-715FD914BA0A}"/>
              </a:ext>
            </a:extLst>
          </p:cNvPr>
          <p:cNvGrpSpPr/>
          <p:nvPr/>
        </p:nvGrpSpPr>
        <p:grpSpPr>
          <a:xfrm>
            <a:off x="2362695" y="864327"/>
            <a:ext cx="1480297" cy="1411002"/>
            <a:chOff x="796371" y="2394416"/>
            <a:chExt cx="1480297" cy="1411002"/>
          </a:xfrm>
        </p:grpSpPr>
        <p:grpSp>
          <p:nvGrpSpPr>
            <p:cNvPr id="16" name="Группа 15">
              <a:extLst>
                <a:ext uri="{FF2B5EF4-FFF2-40B4-BE49-F238E27FC236}">
                  <a16:creationId xmlns:a16="http://schemas.microsoft.com/office/drawing/2014/main" id="{3C925DD3-FF75-E20A-77C3-878DC0496F13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19" name="Рисунок 18">
                <a:extLst>
                  <a:ext uri="{FF2B5EF4-FFF2-40B4-BE49-F238E27FC236}">
                    <a16:creationId xmlns:a16="http://schemas.microsoft.com/office/drawing/2014/main" id="{1DED1EBF-0FAC-3152-5939-D07CF06F0A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20" name="Рисунок 19">
                <a:extLst>
                  <a:ext uri="{FF2B5EF4-FFF2-40B4-BE49-F238E27FC236}">
                    <a16:creationId xmlns:a16="http://schemas.microsoft.com/office/drawing/2014/main" id="{91D8BE83-D89B-58F0-7BA0-DDC1BDCB20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18" name="Круг: прозрачная заливка 17">
              <a:extLst>
                <a:ext uri="{FF2B5EF4-FFF2-40B4-BE49-F238E27FC236}">
                  <a16:creationId xmlns:a16="http://schemas.microsoft.com/office/drawing/2014/main" id="{4A8D0E71-883C-9A02-83ED-C1B7AD0BDE99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90917708-2CF7-F769-651B-C0C783EC2F7C}"/>
              </a:ext>
            </a:extLst>
          </p:cNvPr>
          <p:cNvGrpSpPr/>
          <p:nvPr/>
        </p:nvGrpSpPr>
        <p:grpSpPr>
          <a:xfrm>
            <a:off x="-94185" y="3838578"/>
            <a:ext cx="1480297" cy="1411002"/>
            <a:chOff x="796371" y="2394416"/>
            <a:chExt cx="1480297" cy="1411002"/>
          </a:xfrm>
        </p:grpSpPr>
        <p:grpSp>
          <p:nvGrpSpPr>
            <p:cNvPr id="28" name="Группа 27">
              <a:extLst>
                <a:ext uri="{FF2B5EF4-FFF2-40B4-BE49-F238E27FC236}">
                  <a16:creationId xmlns:a16="http://schemas.microsoft.com/office/drawing/2014/main" id="{C15A9672-4F50-2DCA-15E9-57F515AED433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30" name="Рисунок 29">
                <a:extLst>
                  <a:ext uri="{FF2B5EF4-FFF2-40B4-BE49-F238E27FC236}">
                    <a16:creationId xmlns:a16="http://schemas.microsoft.com/office/drawing/2014/main" id="{4A65988E-0716-117D-E7B4-7C6D3B145D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31" name="Рисунок 30">
                <a:extLst>
                  <a:ext uri="{FF2B5EF4-FFF2-40B4-BE49-F238E27FC236}">
                    <a16:creationId xmlns:a16="http://schemas.microsoft.com/office/drawing/2014/main" id="{5657CCFF-7095-B8CD-E468-1EC8C59E3C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29" name="Круг: прозрачная заливка 28">
              <a:extLst>
                <a:ext uri="{FF2B5EF4-FFF2-40B4-BE49-F238E27FC236}">
                  <a16:creationId xmlns:a16="http://schemas.microsoft.com/office/drawing/2014/main" id="{3844427B-BA50-0843-53EB-F2C29CB28AE0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5A4FBD4D-2CC8-086E-DC38-074D4D1FF38B}"/>
              </a:ext>
            </a:extLst>
          </p:cNvPr>
          <p:cNvGrpSpPr/>
          <p:nvPr/>
        </p:nvGrpSpPr>
        <p:grpSpPr>
          <a:xfrm>
            <a:off x="1732762" y="3848388"/>
            <a:ext cx="1480297" cy="1411002"/>
            <a:chOff x="796371" y="2394416"/>
            <a:chExt cx="1480297" cy="1411002"/>
          </a:xfrm>
        </p:grpSpPr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0C8A5203-2FF3-7E37-B342-99A9712C7A68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35" name="Рисунок 34">
                <a:extLst>
                  <a:ext uri="{FF2B5EF4-FFF2-40B4-BE49-F238E27FC236}">
                    <a16:creationId xmlns:a16="http://schemas.microsoft.com/office/drawing/2014/main" id="{43FBC23C-F317-7F3E-88AC-5212341ED9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36" name="Рисунок 35">
                <a:extLst>
                  <a:ext uri="{FF2B5EF4-FFF2-40B4-BE49-F238E27FC236}">
                    <a16:creationId xmlns:a16="http://schemas.microsoft.com/office/drawing/2014/main" id="{A7C47C0B-2EBB-B5A2-66DC-7C2B4A2E2A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34" name="Круг: прозрачная заливка 33">
              <a:extLst>
                <a:ext uri="{FF2B5EF4-FFF2-40B4-BE49-F238E27FC236}">
                  <a16:creationId xmlns:a16="http://schemas.microsoft.com/office/drawing/2014/main" id="{B6859C12-6C7A-E15B-6957-92CD86D4E72A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251F1FF4-2C76-6D41-11F5-C47EADF21F28}"/>
              </a:ext>
            </a:extLst>
          </p:cNvPr>
          <p:cNvGrpSpPr/>
          <p:nvPr/>
        </p:nvGrpSpPr>
        <p:grpSpPr>
          <a:xfrm>
            <a:off x="3056919" y="3835687"/>
            <a:ext cx="1480297" cy="1411002"/>
            <a:chOff x="796371" y="2394416"/>
            <a:chExt cx="1480297" cy="1411002"/>
          </a:xfrm>
        </p:grpSpPr>
        <p:grpSp>
          <p:nvGrpSpPr>
            <p:cNvPr id="38" name="Группа 37">
              <a:extLst>
                <a:ext uri="{FF2B5EF4-FFF2-40B4-BE49-F238E27FC236}">
                  <a16:creationId xmlns:a16="http://schemas.microsoft.com/office/drawing/2014/main" id="{D35593B9-03DC-34CC-DE4C-4189DB80E461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40" name="Рисунок 39">
                <a:extLst>
                  <a:ext uri="{FF2B5EF4-FFF2-40B4-BE49-F238E27FC236}">
                    <a16:creationId xmlns:a16="http://schemas.microsoft.com/office/drawing/2014/main" id="{F9B31B0B-BA01-CE20-B864-B79A3F4200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41" name="Рисунок 40">
                <a:extLst>
                  <a:ext uri="{FF2B5EF4-FFF2-40B4-BE49-F238E27FC236}">
                    <a16:creationId xmlns:a16="http://schemas.microsoft.com/office/drawing/2014/main" id="{0905B574-0378-7DA1-8FE1-35012CE372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39" name="Круг: прозрачная заливка 38">
              <a:extLst>
                <a:ext uri="{FF2B5EF4-FFF2-40B4-BE49-F238E27FC236}">
                  <a16:creationId xmlns:a16="http://schemas.microsoft.com/office/drawing/2014/main" id="{C4486C13-DD76-176E-76FA-2D54869A10C5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055AE4B3-CEFD-F30A-ED1B-400893C6780E}"/>
              </a:ext>
            </a:extLst>
          </p:cNvPr>
          <p:cNvGrpSpPr/>
          <p:nvPr/>
        </p:nvGrpSpPr>
        <p:grpSpPr>
          <a:xfrm>
            <a:off x="4886808" y="3848388"/>
            <a:ext cx="1480297" cy="1411002"/>
            <a:chOff x="796371" y="2394416"/>
            <a:chExt cx="1480297" cy="1411002"/>
          </a:xfrm>
        </p:grpSpPr>
        <p:grpSp>
          <p:nvGrpSpPr>
            <p:cNvPr id="43" name="Группа 42">
              <a:extLst>
                <a:ext uri="{FF2B5EF4-FFF2-40B4-BE49-F238E27FC236}">
                  <a16:creationId xmlns:a16="http://schemas.microsoft.com/office/drawing/2014/main" id="{C895A91B-62E5-FEAB-CB00-195439757CF7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45" name="Рисунок 44">
                <a:extLst>
                  <a:ext uri="{FF2B5EF4-FFF2-40B4-BE49-F238E27FC236}">
                    <a16:creationId xmlns:a16="http://schemas.microsoft.com/office/drawing/2014/main" id="{B2101D3E-A7BB-35A6-6D41-3F6B965635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46" name="Рисунок 45">
                <a:extLst>
                  <a:ext uri="{FF2B5EF4-FFF2-40B4-BE49-F238E27FC236}">
                    <a16:creationId xmlns:a16="http://schemas.microsoft.com/office/drawing/2014/main" id="{2E93A9E8-53DC-FA56-D223-32632918BF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44" name="Круг: прозрачная заливка 43">
              <a:extLst>
                <a:ext uri="{FF2B5EF4-FFF2-40B4-BE49-F238E27FC236}">
                  <a16:creationId xmlns:a16="http://schemas.microsoft.com/office/drawing/2014/main" id="{80817F6D-78D2-76DA-EC8C-D9F5F9BA94D4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3899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EC6B6C-7F2B-6A12-5C40-A3A96154E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48">
            <a:extLst>
              <a:ext uri="{FF2B5EF4-FFF2-40B4-BE49-F238E27FC236}">
                <a16:creationId xmlns:a16="http://schemas.microsoft.com/office/drawing/2014/main" id="{584B7690-0AB7-B30D-FE8E-85360E48566F}"/>
              </a:ext>
            </a:extLst>
          </p:cNvPr>
          <p:cNvSpPr/>
          <p:nvPr/>
        </p:nvSpPr>
        <p:spPr>
          <a:xfrm>
            <a:off x="-746917" y="-16868"/>
            <a:ext cx="3675299" cy="1469562"/>
          </a:xfrm>
          <a:prstGeom prst="roundRect">
            <a:avLst>
              <a:gd name="adj" fmla="val 50000"/>
            </a:avLst>
          </a:prstGeom>
          <a:blipFill>
            <a:blip r:embed="rId4"/>
            <a:stretch>
              <a:fillRect/>
            </a:stretch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F1F9AF-D68C-A153-D431-10771D70C63C}"/>
              </a:ext>
            </a:extLst>
          </p:cNvPr>
          <p:cNvSpPr txBox="1"/>
          <p:nvPr/>
        </p:nvSpPr>
        <p:spPr>
          <a:xfrm>
            <a:off x="1652751" y="-28844"/>
            <a:ext cx="29673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Уровень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1A3021E2-B551-B38D-EB93-FDEE83C9F58F}"/>
              </a:ext>
            </a:extLst>
          </p:cNvPr>
          <p:cNvSpPr/>
          <p:nvPr/>
        </p:nvSpPr>
        <p:spPr>
          <a:xfrm>
            <a:off x="3542962" y="6163758"/>
            <a:ext cx="2569580" cy="493946"/>
          </a:xfrm>
          <a:prstGeom prst="roundRect">
            <a:avLst/>
          </a:prstGeom>
          <a:gradFill>
            <a:gsLst>
              <a:gs pos="96000">
                <a:srgbClr val="FF6600"/>
              </a:gs>
              <a:gs pos="64000">
                <a:srgbClr val="FF9933"/>
              </a:gs>
              <a:gs pos="10000">
                <a:srgbClr val="FFC000"/>
              </a:gs>
            </a:gsLst>
            <a:lin ang="5400000" scaled="0"/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A6EF160F-4C38-4DDA-9AA0-730B353B6487}"/>
              </a:ext>
            </a:extLst>
          </p:cNvPr>
          <p:cNvGrpSpPr/>
          <p:nvPr/>
        </p:nvGrpSpPr>
        <p:grpSpPr>
          <a:xfrm>
            <a:off x="3572585" y="1298114"/>
            <a:ext cx="2569581" cy="5327309"/>
            <a:chOff x="3572585" y="1298114"/>
            <a:chExt cx="2569581" cy="532730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5572E89-3053-393D-5F11-C246C41C7871}"/>
                </a:ext>
              </a:extLst>
            </p:cNvPr>
            <p:cNvSpPr txBox="1"/>
            <p:nvPr/>
          </p:nvSpPr>
          <p:spPr>
            <a:xfrm>
              <a:off x="3572585" y="6163758"/>
              <a:ext cx="25695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3 0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00 USDT</a:t>
              </a:r>
              <a:endPara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21575A79-5FCF-B963-5F83-54F76217F608}"/>
                </a:ext>
              </a:extLst>
            </p:cNvPr>
            <p:cNvSpPr/>
            <p:nvPr/>
          </p:nvSpPr>
          <p:spPr>
            <a:xfrm>
              <a:off x="3786087" y="1298114"/>
              <a:ext cx="2184640" cy="523220"/>
            </a:xfrm>
            <a:prstGeom prst="rect">
              <a:avLst/>
            </a:prstGeom>
            <a:gradFill>
              <a:gsLst>
                <a:gs pos="96000">
                  <a:srgbClr val="FF6600"/>
                </a:gs>
                <a:gs pos="64000">
                  <a:srgbClr val="FF9933"/>
                </a:gs>
                <a:gs pos="10000">
                  <a:srgbClr val="FFC000"/>
                </a:gs>
              </a:gsLst>
              <a:lin ang="5400000" scaled="0"/>
            </a:gra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ru-RU" sz="2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1 500 </a:t>
              </a:r>
              <a:r>
                <a:rPr lang="en-US" sz="2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USDT </a:t>
              </a:r>
              <a:endParaRPr lang="ru-RU" sz="28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50" name="Graphic 10">
            <a:extLst>
              <a:ext uri="{FF2B5EF4-FFF2-40B4-BE49-F238E27FC236}">
                <a16:creationId xmlns:a16="http://schemas.microsoft.com/office/drawing/2014/main" id="{B8A9673A-931B-534F-6810-DF3BAFF9D621}"/>
              </a:ext>
            </a:extLst>
          </p:cNvPr>
          <p:cNvSpPr/>
          <p:nvPr/>
        </p:nvSpPr>
        <p:spPr>
          <a:xfrm rot="5400000">
            <a:off x="6450391" y="977302"/>
            <a:ext cx="5709256" cy="5773960"/>
          </a:xfrm>
          <a:custGeom>
            <a:avLst/>
            <a:gdLst>
              <a:gd name="connsiteX0" fmla="*/ 5753100 w 5753100"/>
              <a:gd name="connsiteY0" fmla="*/ 474345 h 5753100"/>
              <a:gd name="connsiteX1" fmla="*/ 5753100 w 5753100"/>
              <a:gd name="connsiteY1" fmla="*/ 5278755 h 5753100"/>
              <a:gd name="connsiteX2" fmla="*/ 5278755 w 5753100"/>
              <a:gd name="connsiteY2" fmla="*/ 5753100 h 5753100"/>
              <a:gd name="connsiteX3" fmla="*/ 2318385 w 5753100"/>
              <a:gd name="connsiteY3" fmla="*/ 5753100 h 5753100"/>
              <a:gd name="connsiteX4" fmla="*/ 1844040 w 5753100"/>
              <a:gd name="connsiteY4" fmla="*/ 5278755 h 5753100"/>
              <a:gd name="connsiteX5" fmla="*/ 1844040 w 5753100"/>
              <a:gd name="connsiteY5" fmla="*/ 4386263 h 5753100"/>
              <a:gd name="connsiteX6" fmla="*/ 1369695 w 5753100"/>
              <a:gd name="connsiteY6" fmla="*/ 3910013 h 5753100"/>
              <a:gd name="connsiteX7" fmla="*/ 474345 w 5753100"/>
              <a:gd name="connsiteY7" fmla="*/ 3910013 h 5753100"/>
              <a:gd name="connsiteX8" fmla="*/ 0 w 5753100"/>
              <a:gd name="connsiteY8" fmla="*/ 3435668 h 5753100"/>
              <a:gd name="connsiteX9" fmla="*/ 0 w 5753100"/>
              <a:gd name="connsiteY9" fmla="*/ 474345 h 5753100"/>
              <a:gd name="connsiteX10" fmla="*/ 474345 w 5753100"/>
              <a:gd name="connsiteY10" fmla="*/ 0 h 5753100"/>
              <a:gd name="connsiteX11" fmla="*/ 5278755 w 5753100"/>
              <a:gd name="connsiteY11" fmla="*/ 0 h 5753100"/>
              <a:gd name="connsiteX12" fmla="*/ 5753100 w 5753100"/>
              <a:gd name="connsiteY12" fmla="*/ 474345 h 575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753100" h="5753100">
                <a:moveTo>
                  <a:pt x="5753100" y="474345"/>
                </a:moveTo>
                <a:lnTo>
                  <a:pt x="5753100" y="5278755"/>
                </a:lnTo>
                <a:cubicBezTo>
                  <a:pt x="5753100" y="5540693"/>
                  <a:pt x="5540693" y="5753100"/>
                  <a:pt x="5278755" y="5753100"/>
                </a:cubicBezTo>
                <a:lnTo>
                  <a:pt x="2318385" y="5753100"/>
                </a:lnTo>
                <a:cubicBezTo>
                  <a:pt x="2056448" y="5753100"/>
                  <a:pt x="1844040" y="5540693"/>
                  <a:pt x="1844040" y="5278755"/>
                </a:cubicBezTo>
                <a:lnTo>
                  <a:pt x="1844040" y="4386263"/>
                </a:lnTo>
                <a:cubicBezTo>
                  <a:pt x="1844040" y="4123373"/>
                  <a:pt x="1631633" y="3910965"/>
                  <a:pt x="1369695" y="3910013"/>
                </a:cubicBezTo>
                <a:lnTo>
                  <a:pt x="474345" y="3910013"/>
                </a:lnTo>
                <a:cubicBezTo>
                  <a:pt x="212408" y="3910013"/>
                  <a:pt x="0" y="3697605"/>
                  <a:pt x="0" y="3435668"/>
                </a:cubicBezTo>
                <a:lnTo>
                  <a:pt x="0" y="474345"/>
                </a:lnTo>
                <a:cubicBezTo>
                  <a:pt x="0" y="212408"/>
                  <a:pt x="212408" y="0"/>
                  <a:pt x="474345" y="0"/>
                </a:cubicBezTo>
                <a:lnTo>
                  <a:pt x="5278755" y="0"/>
                </a:lnTo>
                <a:cubicBezTo>
                  <a:pt x="5540693" y="0"/>
                  <a:pt x="5753100" y="212408"/>
                  <a:pt x="5753100" y="474345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51" name="Rectangle: Rounded Corners 33">
            <a:extLst>
              <a:ext uri="{FF2B5EF4-FFF2-40B4-BE49-F238E27FC236}">
                <a16:creationId xmlns:a16="http://schemas.microsoft.com/office/drawing/2014/main" id="{86040391-EF40-D65B-4711-8177C40DA39C}"/>
              </a:ext>
            </a:extLst>
          </p:cNvPr>
          <p:cNvSpPr/>
          <p:nvPr/>
        </p:nvSpPr>
        <p:spPr>
          <a:xfrm>
            <a:off x="6705124" y="1130300"/>
            <a:ext cx="1410176" cy="1386277"/>
          </a:xfrm>
          <a:prstGeom prst="roundRect">
            <a:avLst>
              <a:gd name="adj" fmla="val 50000"/>
            </a:avLst>
          </a:prstGeom>
          <a:blipFill>
            <a:blip r:embed="rId4"/>
            <a:stretch>
              <a:fillRect/>
            </a:stretch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GB" sz="5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7A0497-D188-D426-06AA-5000D31707B9}"/>
              </a:ext>
            </a:extLst>
          </p:cNvPr>
          <p:cNvSpPr txBox="1"/>
          <p:nvPr/>
        </p:nvSpPr>
        <p:spPr>
          <a:xfrm>
            <a:off x="6396729" y="1371050"/>
            <a:ext cx="5795271" cy="5709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Активация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1 500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USDT:</a:t>
            </a:r>
          </a:p>
          <a:p>
            <a:pPr algn="ctr"/>
            <a:endParaRPr lang="ru-R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1 место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реферальные </a:t>
            </a:r>
          </a:p>
          <a:p>
            <a:pPr algn="ctr"/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выплаты:</a:t>
            </a:r>
          </a:p>
          <a:p>
            <a:pPr algn="ctr"/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250 </a:t>
            </a:r>
            <a:r>
              <a:rPr lang="en-US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1 линии</a:t>
            </a:r>
          </a:p>
          <a:p>
            <a:pPr algn="ctr"/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125 </a:t>
            </a:r>
            <a:r>
              <a:rPr lang="en-US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 2 линии</a:t>
            </a:r>
          </a:p>
          <a:p>
            <a:pPr algn="ctr"/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125 </a:t>
            </a:r>
            <a:r>
              <a:rPr lang="en-US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3 линии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клона в 1 уровень</a:t>
            </a:r>
          </a:p>
          <a:p>
            <a:pPr algn="ctr"/>
            <a:endParaRPr lang="ru-R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место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выплата 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 </a:t>
            </a:r>
            <a:r>
              <a:rPr lang="en-US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  <a:endParaRPr lang="ru-RU" sz="23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3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(остаток 1 000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на переход в 3 уровень)</a:t>
            </a:r>
          </a:p>
          <a:p>
            <a:pPr algn="ctr"/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и 4 места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переход в 3 уровень</a:t>
            </a:r>
          </a:p>
          <a:p>
            <a:endParaRPr lang="ru-R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1 000 + 3 000 = 4 000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</a:p>
          <a:p>
            <a:endParaRPr lang="ru-R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2F3D336A-0DC0-BFD0-549C-0D875A571BBB}"/>
              </a:ext>
            </a:extLst>
          </p:cNvPr>
          <p:cNvGrpSpPr/>
          <p:nvPr/>
        </p:nvGrpSpPr>
        <p:grpSpPr>
          <a:xfrm>
            <a:off x="250315" y="2160382"/>
            <a:ext cx="5932767" cy="3951487"/>
            <a:chOff x="250315" y="2160382"/>
            <a:chExt cx="5932767" cy="3951487"/>
          </a:xfrm>
        </p:grpSpPr>
        <p:sp>
          <p:nvSpPr>
            <p:cNvPr id="52" name="Правая фигурная скобка 51">
              <a:extLst>
                <a:ext uri="{FF2B5EF4-FFF2-40B4-BE49-F238E27FC236}">
                  <a16:creationId xmlns:a16="http://schemas.microsoft.com/office/drawing/2014/main" id="{77A3C0B0-FEEF-1FEE-A0C1-94ACB8AE116E}"/>
                </a:ext>
              </a:extLst>
            </p:cNvPr>
            <p:cNvSpPr/>
            <p:nvPr/>
          </p:nvSpPr>
          <p:spPr>
            <a:xfrm rot="5400000">
              <a:off x="4435825" y="4364613"/>
              <a:ext cx="524489" cy="2970024"/>
            </a:xfrm>
            <a:prstGeom prst="rightBrac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55" name="Группа 266">
              <a:extLst>
                <a:ext uri="{FF2B5EF4-FFF2-40B4-BE49-F238E27FC236}">
                  <a16:creationId xmlns:a16="http://schemas.microsoft.com/office/drawing/2014/main" id="{23339EE2-9DEF-2293-000D-E51030664597}"/>
                </a:ext>
              </a:extLst>
            </p:cNvPr>
            <p:cNvGrpSpPr/>
            <p:nvPr/>
          </p:nvGrpSpPr>
          <p:grpSpPr>
            <a:xfrm>
              <a:off x="250315" y="2160382"/>
              <a:ext cx="5699810" cy="3629030"/>
              <a:chOff x="915594" y="2200534"/>
              <a:chExt cx="5699810" cy="3687083"/>
            </a:xfrm>
          </p:grpSpPr>
          <p:grpSp>
            <p:nvGrpSpPr>
              <p:cNvPr id="57" name="Группа 250">
                <a:extLst>
                  <a:ext uri="{FF2B5EF4-FFF2-40B4-BE49-F238E27FC236}">
                    <a16:creationId xmlns:a16="http://schemas.microsoft.com/office/drawing/2014/main" id="{B57B60E2-1D7A-763D-034B-3C0E05404D44}"/>
                  </a:ext>
                </a:extLst>
              </p:cNvPr>
              <p:cNvGrpSpPr/>
              <p:nvPr/>
            </p:nvGrpSpPr>
            <p:grpSpPr>
              <a:xfrm>
                <a:off x="1302571" y="2200534"/>
                <a:ext cx="4989665" cy="1812583"/>
                <a:chOff x="1377430" y="2334298"/>
                <a:chExt cx="5503213" cy="1983413"/>
              </a:xfrm>
            </p:grpSpPr>
            <p:cxnSp>
              <p:nvCxnSpPr>
                <p:cNvPr id="62" name="Соединительная линия уступом 215">
                  <a:extLst>
                    <a:ext uri="{FF2B5EF4-FFF2-40B4-BE49-F238E27FC236}">
                      <a16:creationId xmlns:a16="http://schemas.microsoft.com/office/drawing/2014/main" id="{55167EFE-10D1-CB0A-B4B1-FF3DD93ECAE8}"/>
                    </a:ext>
                  </a:extLst>
                </p:cNvPr>
                <p:cNvCxnSpPr/>
                <p:nvPr/>
              </p:nvCxnSpPr>
              <p:spPr>
                <a:xfrm rot="5400000">
                  <a:off x="3031312" y="1665368"/>
                  <a:ext cx="395149" cy="1735711"/>
                </a:xfrm>
                <a:prstGeom prst="bentConnector3">
                  <a:avLst>
                    <a:gd name="adj1" fmla="val 50000"/>
                  </a:avLst>
                </a:prstGeom>
                <a:ln w="28575" cmpd="sng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Соединительная линия уступом 221">
                  <a:extLst>
                    <a:ext uri="{FF2B5EF4-FFF2-40B4-BE49-F238E27FC236}">
                      <a16:creationId xmlns:a16="http://schemas.microsoft.com/office/drawing/2014/main" id="{AAFA2D42-6D5F-2A18-889B-428822D81EAD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770000" y="1664698"/>
                  <a:ext cx="396000" cy="1735200"/>
                </a:xfrm>
                <a:prstGeom prst="bentConnector3">
                  <a:avLst>
                    <a:gd name="adj1" fmla="val 50000"/>
                  </a:avLst>
                </a:prstGeom>
                <a:ln w="28575" cmpd="sng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4" name="Группа 238">
                  <a:extLst>
                    <a:ext uri="{FF2B5EF4-FFF2-40B4-BE49-F238E27FC236}">
                      <a16:creationId xmlns:a16="http://schemas.microsoft.com/office/drawing/2014/main" id="{AC90EB3D-D1DA-DA8B-656D-D976F2D5D896}"/>
                    </a:ext>
                  </a:extLst>
                </p:cNvPr>
                <p:cNvGrpSpPr/>
                <p:nvPr/>
              </p:nvGrpSpPr>
              <p:grpSpPr>
                <a:xfrm>
                  <a:off x="1377430" y="3930547"/>
                  <a:ext cx="2024742" cy="387164"/>
                  <a:chOff x="1500596" y="2796077"/>
                  <a:chExt cx="1799999" cy="169577"/>
                </a:xfrm>
              </p:grpSpPr>
              <p:cxnSp>
                <p:nvCxnSpPr>
                  <p:cNvPr id="68" name="Соединительная линия уступом 232">
                    <a:extLst>
                      <a:ext uri="{FF2B5EF4-FFF2-40B4-BE49-F238E27FC236}">
                        <a16:creationId xmlns:a16="http://schemas.microsoft.com/office/drawing/2014/main" id="{11A958FE-9919-E24D-5571-3C988A2762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1865818" y="2430877"/>
                    <a:ext cx="169555" cy="900000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Соединительная линия уступом 235">
                    <a:extLst>
                      <a:ext uri="{FF2B5EF4-FFF2-40B4-BE49-F238E27FC236}">
                        <a16:creationId xmlns:a16="http://schemas.microsoft.com/office/drawing/2014/main" id="{F3F609D4-4E76-BBAA-E0FC-B9769DBF68B0}"/>
                      </a:ext>
                    </a:extLst>
                  </p:cNvPr>
                  <p:cNvCxnSpPr/>
                  <p:nvPr/>
                </p:nvCxnSpPr>
                <p:spPr>
                  <a:xfrm rot="16200000" flipH="1">
                    <a:off x="2765818" y="2430854"/>
                    <a:ext cx="169553" cy="900000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5" name="Группа 238">
                  <a:extLst>
                    <a:ext uri="{FF2B5EF4-FFF2-40B4-BE49-F238E27FC236}">
                      <a16:creationId xmlns:a16="http://schemas.microsoft.com/office/drawing/2014/main" id="{BE31CA4A-0817-F3B8-B9CF-5A3E0045A158}"/>
                    </a:ext>
                  </a:extLst>
                </p:cNvPr>
                <p:cNvGrpSpPr/>
                <p:nvPr/>
              </p:nvGrpSpPr>
              <p:grpSpPr>
                <a:xfrm>
                  <a:off x="4855901" y="3925798"/>
                  <a:ext cx="2024742" cy="387164"/>
                  <a:chOff x="1500596" y="2796077"/>
                  <a:chExt cx="1799999" cy="169577"/>
                </a:xfrm>
              </p:grpSpPr>
              <p:cxnSp>
                <p:nvCxnSpPr>
                  <p:cNvPr id="66" name="Соединительная линия уступом 247">
                    <a:extLst>
                      <a:ext uri="{FF2B5EF4-FFF2-40B4-BE49-F238E27FC236}">
                        <a16:creationId xmlns:a16="http://schemas.microsoft.com/office/drawing/2014/main" id="{CF9735C2-EDF3-5272-56DC-52D043F42D84}"/>
                      </a:ext>
                    </a:extLst>
                  </p:cNvPr>
                  <p:cNvCxnSpPr/>
                  <p:nvPr/>
                </p:nvCxnSpPr>
                <p:spPr>
                  <a:xfrm rot="5400000">
                    <a:off x="1865818" y="2430877"/>
                    <a:ext cx="169555" cy="900000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Соединительная линия уступом 248">
                    <a:extLst>
                      <a:ext uri="{FF2B5EF4-FFF2-40B4-BE49-F238E27FC236}">
                        <a16:creationId xmlns:a16="http://schemas.microsoft.com/office/drawing/2014/main" id="{BFB43561-94CD-339E-A7D3-7A8E9284DFF8}"/>
                      </a:ext>
                    </a:extLst>
                  </p:cNvPr>
                  <p:cNvCxnSpPr/>
                  <p:nvPr/>
                </p:nvCxnSpPr>
                <p:spPr>
                  <a:xfrm rot="16200000" flipH="1">
                    <a:off x="2765818" y="2430854"/>
                    <a:ext cx="169553" cy="900000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58" name="6-конечная звезда 261">
                <a:extLst>
                  <a:ext uri="{FF2B5EF4-FFF2-40B4-BE49-F238E27FC236}">
                    <a16:creationId xmlns:a16="http://schemas.microsoft.com/office/drawing/2014/main" id="{1124721D-0D75-190B-DEA1-06D246853704}"/>
                  </a:ext>
                </a:extLst>
              </p:cNvPr>
              <p:cNvSpPr/>
              <p:nvPr/>
            </p:nvSpPr>
            <p:spPr>
              <a:xfrm>
                <a:off x="915594" y="5223765"/>
                <a:ext cx="606490" cy="634482"/>
              </a:xfrm>
              <a:prstGeom prst="star6">
                <a:avLst/>
              </a:prstGeom>
              <a:gradFill>
                <a:gsLst>
                  <a:gs pos="34000">
                    <a:srgbClr val="FFFF00"/>
                  </a:gs>
                  <a:gs pos="84000">
                    <a:srgbClr val="FF9933"/>
                  </a:gs>
                </a:gsLst>
                <a:lin ang="5400000" scaled="0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8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59" name="6-конечная звезда 262">
                <a:extLst>
                  <a:ext uri="{FF2B5EF4-FFF2-40B4-BE49-F238E27FC236}">
                    <a16:creationId xmlns:a16="http://schemas.microsoft.com/office/drawing/2014/main" id="{15C2D31A-40D1-EFAD-95D5-9580243C01A6}"/>
                  </a:ext>
                </a:extLst>
              </p:cNvPr>
              <p:cNvSpPr/>
              <p:nvPr/>
            </p:nvSpPr>
            <p:spPr>
              <a:xfrm>
                <a:off x="2830286" y="5228252"/>
                <a:ext cx="606490" cy="634482"/>
              </a:xfrm>
              <a:prstGeom prst="star6">
                <a:avLst/>
              </a:prstGeom>
              <a:gradFill>
                <a:gsLst>
                  <a:gs pos="34000">
                    <a:srgbClr val="FFFF00"/>
                  </a:gs>
                  <a:gs pos="84000">
                    <a:srgbClr val="FF9933"/>
                  </a:gs>
                </a:gsLst>
                <a:lin ang="5400000" scaled="0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8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60" name="6-конечная звезда 263">
                <a:extLst>
                  <a:ext uri="{FF2B5EF4-FFF2-40B4-BE49-F238E27FC236}">
                    <a16:creationId xmlns:a16="http://schemas.microsoft.com/office/drawing/2014/main" id="{CEE11AB0-187E-3625-0735-69A77FA93D02}"/>
                  </a:ext>
                </a:extLst>
              </p:cNvPr>
              <p:cNvSpPr/>
              <p:nvPr/>
            </p:nvSpPr>
            <p:spPr>
              <a:xfrm>
                <a:off x="4181341" y="5228252"/>
                <a:ext cx="606490" cy="634482"/>
              </a:xfrm>
              <a:prstGeom prst="star6">
                <a:avLst/>
              </a:prstGeom>
              <a:gradFill>
                <a:gsLst>
                  <a:gs pos="34000">
                    <a:srgbClr val="FFFF00"/>
                  </a:gs>
                  <a:gs pos="84000">
                    <a:srgbClr val="FF9933"/>
                  </a:gs>
                </a:gsLst>
                <a:lin ang="5400000" scaled="0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8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61" name="6-конечная звезда 264">
                <a:extLst>
                  <a:ext uri="{FF2B5EF4-FFF2-40B4-BE49-F238E27FC236}">
                    <a16:creationId xmlns:a16="http://schemas.microsoft.com/office/drawing/2014/main" id="{D7E24FFE-9B84-D08C-634F-1379638CDA21}"/>
                  </a:ext>
                </a:extLst>
              </p:cNvPr>
              <p:cNvSpPr/>
              <p:nvPr/>
            </p:nvSpPr>
            <p:spPr>
              <a:xfrm>
                <a:off x="6008914" y="5253135"/>
                <a:ext cx="606490" cy="634482"/>
              </a:xfrm>
              <a:prstGeom prst="star6">
                <a:avLst/>
              </a:prstGeom>
              <a:gradFill>
                <a:gsLst>
                  <a:gs pos="34000">
                    <a:srgbClr val="FFFF00"/>
                  </a:gs>
                  <a:gs pos="84000">
                    <a:srgbClr val="FF9933"/>
                  </a:gs>
                </a:gsLst>
                <a:lin ang="5400000" scaled="0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8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4</a:t>
                </a:r>
              </a:p>
            </p:txBody>
          </p:sp>
        </p:grpSp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A7C2F1F5-6BC1-602C-36A8-7D62597241D0}"/>
              </a:ext>
            </a:extLst>
          </p:cNvPr>
          <p:cNvGrpSpPr/>
          <p:nvPr/>
        </p:nvGrpSpPr>
        <p:grpSpPr>
          <a:xfrm>
            <a:off x="796371" y="2394416"/>
            <a:ext cx="1480297" cy="1411002"/>
            <a:chOff x="796371" y="2394416"/>
            <a:chExt cx="1480297" cy="1411002"/>
          </a:xfrm>
        </p:grpSpPr>
        <p:grpSp>
          <p:nvGrpSpPr>
            <p:cNvPr id="71" name="Группа 70">
              <a:extLst>
                <a:ext uri="{FF2B5EF4-FFF2-40B4-BE49-F238E27FC236}">
                  <a16:creationId xmlns:a16="http://schemas.microsoft.com/office/drawing/2014/main" id="{086C2EE2-EA51-D1E8-9376-E3AF5CFE6EFA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73" name="Рисунок 72">
                <a:extLst>
                  <a:ext uri="{FF2B5EF4-FFF2-40B4-BE49-F238E27FC236}">
                    <a16:creationId xmlns:a16="http://schemas.microsoft.com/office/drawing/2014/main" id="{F1805B99-9898-A070-C1B8-EDB60AD664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74" name="Рисунок 73">
                <a:extLst>
                  <a:ext uri="{FF2B5EF4-FFF2-40B4-BE49-F238E27FC236}">
                    <a16:creationId xmlns:a16="http://schemas.microsoft.com/office/drawing/2014/main" id="{583BFFC3-852A-0208-C0E9-4372EFDC1F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72" name="Круг: прозрачная заливка 71">
              <a:extLst>
                <a:ext uri="{FF2B5EF4-FFF2-40B4-BE49-F238E27FC236}">
                  <a16:creationId xmlns:a16="http://schemas.microsoft.com/office/drawing/2014/main" id="{ECF6ADC8-DBC4-9214-05E8-9A2AF814D6B6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4C57DDA3-6AA8-7DCE-00BD-9B6D5A78BF5B}"/>
              </a:ext>
            </a:extLst>
          </p:cNvPr>
          <p:cNvGrpSpPr/>
          <p:nvPr/>
        </p:nvGrpSpPr>
        <p:grpSpPr>
          <a:xfrm>
            <a:off x="3943595" y="2406889"/>
            <a:ext cx="1480297" cy="1411002"/>
            <a:chOff x="796371" y="2394416"/>
            <a:chExt cx="1480297" cy="1411002"/>
          </a:xfrm>
        </p:grpSpPr>
        <p:grpSp>
          <p:nvGrpSpPr>
            <p:cNvPr id="76" name="Группа 75">
              <a:extLst>
                <a:ext uri="{FF2B5EF4-FFF2-40B4-BE49-F238E27FC236}">
                  <a16:creationId xmlns:a16="http://schemas.microsoft.com/office/drawing/2014/main" id="{085C104A-C86B-6507-4E6F-11BC17C8F946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78" name="Рисунок 77">
                <a:extLst>
                  <a:ext uri="{FF2B5EF4-FFF2-40B4-BE49-F238E27FC236}">
                    <a16:creationId xmlns:a16="http://schemas.microsoft.com/office/drawing/2014/main" id="{F4FEAABC-E970-C7B8-C7C0-1A29E63A72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79" name="Рисунок 78">
                <a:extLst>
                  <a:ext uri="{FF2B5EF4-FFF2-40B4-BE49-F238E27FC236}">
                    <a16:creationId xmlns:a16="http://schemas.microsoft.com/office/drawing/2014/main" id="{22D1BF13-AE52-C3C7-BE46-3B0EEB7E5D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77" name="Круг: прозрачная заливка 76">
              <a:extLst>
                <a:ext uri="{FF2B5EF4-FFF2-40B4-BE49-F238E27FC236}">
                  <a16:creationId xmlns:a16="http://schemas.microsoft.com/office/drawing/2014/main" id="{31D0BD3A-0C94-BBEE-AE1B-8CADD56FBE67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033A3EB4-164D-99B0-AE7F-1D124931347E}"/>
              </a:ext>
            </a:extLst>
          </p:cNvPr>
          <p:cNvGrpSpPr/>
          <p:nvPr/>
        </p:nvGrpSpPr>
        <p:grpSpPr>
          <a:xfrm>
            <a:off x="2362695" y="864327"/>
            <a:ext cx="1480297" cy="1411002"/>
            <a:chOff x="796371" y="2394416"/>
            <a:chExt cx="1480297" cy="1411002"/>
          </a:xfrm>
        </p:grpSpPr>
        <p:grpSp>
          <p:nvGrpSpPr>
            <p:cNvPr id="81" name="Группа 80">
              <a:extLst>
                <a:ext uri="{FF2B5EF4-FFF2-40B4-BE49-F238E27FC236}">
                  <a16:creationId xmlns:a16="http://schemas.microsoft.com/office/drawing/2014/main" id="{9BCC5066-38AB-89F9-239E-854E96B434B3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83" name="Рисунок 82">
                <a:extLst>
                  <a:ext uri="{FF2B5EF4-FFF2-40B4-BE49-F238E27FC236}">
                    <a16:creationId xmlns:a16="http://schemas.microsoft.com/office/drawing/2014/main" id="{FFD574BE-1814-7E4E-CA79-50D931EADA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84" name="Рисунок 83">
                <a:extLst>
                  <a:ext uri="{FF2B5EF4-FFF2-40B4-BE49-F238E27FC236}">
                    <a16:creationId xmlns:a16="http://schemas.microsoft.com/office/drawing/2014/main" id="{75400CCC-0911-6B22-3ADC-D011063C35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82" name="Круг: прозрачная заливка 81">
              <a:extLst>
                <a:ext uri="{FF2B5EF4-FFF2-40B4-BE49-F238E27FC236}">
                  <a16:creationId xmlns:a16="http://schemas.microsoft.com/office/drawing/2014/main" id="{15EDD679-87D3-86AB-187C-DA2D90136B6D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85" name="Группа 84">
            <a:extLst>
              <a:ext uri="{FF2B5EF4-FFF2-40B4-BE49-F238E27FC236}">
                <a16:creationId xmlns:a16="http://schemas.microsoft.com/office/drawing/2014/main" id="{0CEE3F9A-BAD9-201E-C944-471F8169955D}"/>
              </a:ext>
            </a:extLst>
          </p:cNvPr>
          <p:cNvGrpSpPr/>
          <p:nvPr/>
        </p:nvGrpSpPr>
        <p:grpSpPr>
          <a:xfrm>
            <a:off x="-94185" y="3838578"/>
            <a:ext cx="1480297" cy="1411002"/>
            <a:chOff x="796371" y="2394416"/>
            <a:chExt cx="1480297" cy="1411002"/>
          </a:xfrm>
        </p:grpSpPr>
        <p:grpSp>
          <p:nvGrpSpPr>
            <p:cNvPr id="86" name="Группа 85">
              <a:extLst>
                <a:ext uri="{FF2B5EF4-FFF2-40B4-BE49-F238E27FC236}">
                  <a16:creationId xmlns:a16="http://schemas.microsoft.com/office/drawing/2014/main" id="{23BA083B-92F5-4773-9B18-C2A77A2A9D4A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88" name="Рисунок 87">
                <a:extLst>
                  <a:ext uri="{FF2B5EF4-FFF2-40B4-BE49-F238E27FC236}">
                    <a16:creationId xmlns:a16="http://schemas.microsoft.com/office/drawing/2014/main" id="{159A9383-4A73-7D6C-5CFC-E1C946BBD8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89" name="Рисунок 88">
                <a:extLst>
                  <a:ext uri="{FF2B5EF4-FFF2-40B4-BE49-F238E27FC236}">
                    <a16:creationId xmlns:a16="http://schemas.microsoft.com/office/drawing/2014/main" id="{2DA9E886-1847-39B6-453A-CEF8C858A9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87" name="Круг: прозрачная заливка 86">
              <a:extLst>
                <a:ext uri="{FF2B5EF4-FFF2-40B4-BE49-F238E27FC236}">
                  <a16:creationId xmlns:a16="http://schemas.microsoft.com/office/drawing/2014/main" id="{F9ABCDD1-4856-0903-E106-3ACDA4F0E47B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0" name="Группа 89">
            <a:extLst>
              <a:ext uri="{FF2B5EF4-FFF2-40B4-BE49-F238E27FC236}">
                <a16:creationId xmlns:a16="http://schemas.microsoft.com/office/drawing/2014/main" id="{BF7120FE-6185-7F80-CD87-DEA6A6911F72}"/>
              </a:ext>
            </a:extLst>
          </p:cNvPr>
          <p:cNvGrpSpPr/>
          <p:nvPr/>
        </p:nvGrpSpPr>
        <p:grpSpPr>
          <a:xfrm>
            <a:off x="1732762" y="3848388"/>
            <a:ext cx="1480297" cy="1411002"/>
            <a:chOff x="796371" y="2394416"/>
            <a:chExt cx="1480297" cy="1411002"/>
          </a:xfrm>
        </p:grpSpPr>
        <p:grpSp>
          <p:nvGrpSpPr>
            <p:cNvPr id="91" name="Группа 90">
              <a:extLst>
                <a:ext uri="{FF2B5EF4-FFF2-40B4-BE49-F238E27FC236}">
                  <a16:creationId xmlns:a16="http://schemas.microsoft.com/office/drawing/2014/main" id="{CCAF9EA4-12D0-BA7B-3609-E3C1C991ECDB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93" name="Рисунок 92">
                <a:extLst>
                  <a:ext uri="{FF2B5EF4-FFF2-40B4-BE49-F238E27FC236}">
                    <a16:creationId xmlns:a16="http://schemas.microsoft.com/office/drawing/2014/main" id="{EDC95614-A1CF-36F0-16F7-3EEE707F2D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94" name="Рисунок 93">
                <a:extLst>
                  <a:ext uri="{FF2B5EF4-FFF2-40B4-BE49-F238E27FC236}">
                    <a16:creationId xmlns:a16="http://schemas.microsoft.com/office/drawing/2014/main" id="{6E34B40F-49EA-F0EE-42C3-A045519DD9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92" name="Круг: прозрачная заливка 91">
              <a:extLst>
                <a:ext uri="{FF2B5EF4-FFF2-40B4-BE49-F238E27FC236}">
                  <a16:creationId xmlns:a16="http://schemas.microsoft.com/office/drawing/2014/main" id="{B521AAE5-B213-B14B-0A1D-68D283371D78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5" name="Группа 94">
            <a:extLst>
              <a:ext uri="{FF2B5EF4-FFF2-40B4-BE49-F238E27FC236}">
                <a16:creationId xmlns:a16="http://schemas.microsoft.com/office/drawing/2014/main" id="{457894AC-9DAC-BB5D-A117-6E32E2392ACE}"/>
              </a:ext>
            </a:extLst>
          </p:cNvPr>
          <p:cNvGrpSpPr/>
          <p:nvPr/>
        </p:nvGrpSpPr>
        <p:grpSpPr>
          <a:xfrm>
            <a:off x="3056919" y="3835687"/>
            <a:ext cx="1480297" cy="1411002"/>
            <a:chOff x="796371" y="2394416"/>
            <a:chExt cx="1480297" cy="1411002"/>
          </a:xfrm>
        </p:grpSpPr>
        <p:grpSp>
          <p:nvGrpSpPr>
            <p:cNvPr id="96" name="Группа 95">
              <a:extLst>
                <a:ext uri="{FF2B5EF4-FFF2-40B4-BE49-F238E27FC236}">
                  <a16:creationId xmlns:a16="http://schemas.microsoft.com/office/drawing/2014/main" id="{A0875138-62DC-24C4-CDFE-452921551DB8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98" name="Рисунок 97">
                <a:extLst>
                  <a:ext uri="{FF2B5EF4-FFF2-40B4-BE49-F238E27FC236}">
                    <a16:creationId xmlns:a16="http://schemas.microsoft.com/office/drawing/2014/main" id="{338F9E1B-A504-06A3-4171-8BA12928A8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99" name="Рисунок 98">
                <a:extLst>
                  <a:ext uri="{FF2B5EF4-FFF2-40B4-BE49-F238E27FC236}">
                    <a16:creationId xmlns:a16="http://schemas.microsoft.com/office/drawing/2014/main" id="{8E6F8555-2BDE-B0AB-0024-F637869E7B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97" name="Круг: прозрачная заливка 96">
              <a:extLst>
                <a:ext uri="{FF2B5EF4-FFF2-40B4-BE49-F238E27FC236}">
                  <a16:creationId xmlns:a16="http://schemas.microsoft.com/office/drawing/2014/main" id="{5BBDD411-06AB-169F-A60E-55781CDEEE1C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id="{91EE3A29-2CCE-83B2-F6F3-53A3B8F65619}"/>
              </a:ext>
            </a:extLst>
          </p:cNvPr>
          <p:cNvGrpSpPr/>
          <p:nvPr/>
        </p:nvGrpSpPr>
        <p:grpSpPr>
          <a:xfrm>
            <a:off x="4886808" y="3848388"/>
            <a:ext cx="1480297" cy="1411002"/>
            <a:chOff x="796371" y="2394416"/>
            <a:chExt cx="1480297" cy="1411002"/>
          </a:xfrm>
        </p:grpSpPr>
        <p:grpSp>
          <p:nvGrpSpPr>
            <p:cNvPr id="101" name="Группа 100">
              <a:extLst>
                <a:ext uri="{FF2B5EF4-FFF2-40B4-BE49-F238E27FC236}">
                  <a16:creationId xmlns:a16="http://schemas.microsoft.com/office/drawing/2014/main" id="{75B1407E-C984-6CB7-2562-31472F4D76DB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103" name="Рисунок 102">
                <a:extLst>
                  <a:ext uri="{FF2B5EF4-FFF2-40B4-BE49-F238E27FC236}">
                    <a16:creationId xmlns:a16="http://schemas.microsoft.com/office/drawing/2014/main" id="{2BCD7759-8A0D-7C95-F6AB-23F05828E7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104" name="Рисунок 103">
                <a:extLst>
                  <a:ext uri="{FF2B5EF4-FFF2-40B4-BE49-F238E27FC236}">
                    <a16:creationId xmlns:a16="http://schemas.microsoft.com/office/drawing/2014/main" id="{C78CA524-438A-3828-5171-D2FE2FD83F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102" name="Круг: прозрачная заливка 101">
              <a:extLst>
                <a:ext uri="{FF2B5EF4-FFF2-40B4-BE49-F238E27FC236}">
                  <a16:creationId xmlns:a16="http://schemas.microsoft.com/office/drawing/2014/main" id="{4346AD6F-2D93-ABDA-DA1A-FBD94CCB7995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4123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1CCB98-E4CA-4970-9036-5DB5BECBC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48">
            <a:extLst>
              <a:ext uri="{FF2B5EF4-FFF2-40B4-BE49-F238E27FC236}">
                <a16:creationId xmlns:a16="http://schemas.microsoft.com/office/drawing/2014/main" id="{5BAF98F7-498D-6AF6-E2BB-94A384DC8E0C}"/>
              </a:ext>
            </a:extLst>
          </p:cNvPr>
          <p:cNvSpPr/>
          <p:nvPr/>
        </p:nvSpPr>
        <p:spPr>
          <a:xfrm>
            <a:off x="-746917" y="-16868"/>
            <a:ext cx="3675299" cy="1469562"/>
          </a:xfrm>
          <a:prstGeom prst="roundRect">
            <a:avLst>
              <a:gd name="adj" fmla="val 50000"/>
            </a:avLst>
          </a:prstGeom>
          <a:blipFill>
            <a:blip r:embed="rId4"/>
            <a:stretch>
              <a:fillRect/>
            </a:stretch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A47995-D687-658D-ED21-1F9BECD80EE5}"/>
              </a:ext>
            </a:extLst>
          </p:cNvPr>
          <p:cNvSpPr txBox="1"/>
          <p:nvPr/>
        </p:nvSpPr>
        <p:spPr>
          <a:xfrm>
            <a:off x="1652751" y="-28844"/>
            <a:ext cx="29673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Уровень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FF46329-6142-0A5D-3BD0-54E480901C40}"/>
              </a:ext>
            </a:extLst>
          </p:cNvPr>
          <p:cNvGrpSpPr/>
          <p:nvPr/>
        </p:nvGrpSpPr>
        <p:grpSpPr>
          <a:xfrm>
            <a:off x="3218242" y="1300218"/>
            <a:ext cx="2964840" cy="5374642"/>
            <a:chOff x="3218242" y="1300218"/>
            <a:chExt cx="2964840" cy="5374642"/>
          </a:xfrm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F37F9AE1-B980-3601-7326-A3DC9645138D}"/>
                </a:ext>
              </a:extLst>
            </p:cNvPr>
            <p:cNvSpPr/>
            <p:nvPr/>
          </p:nvSpPr>
          <p:spPr>
            <a:xfrm>
              <a:off x="3491576" y="6180914"/>
              <a:ext cx="2569580" cy="493946"/>
            </a:xfrm>
            <a:prstGeom prst="roundRect">
              <a:avLst/>
            </a:prstGeom>
            <a:gradFill>
              <a:gsLst>
                <a:gs pos="96000">
                  <a:srgbClr val="FF6600"/>
                </a:gs>
                <a:gs pos="64000">
                  <a:srgbClr val="FF9933"/>
                </a:gs>
                <a:gs pos="10000">
                  <a:srgbClr val="FFC000"/>
                </a:gs>
              </a:gsLst>
              <a:lin ang="5400000" scaled="0"/>
            </a:gra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A6CCB25A-5AA5-C0B5-8022-628F35F12865}"/>
                </a:ext>
              </a:extLst>
            </p:cNvPr>
            <p:cNvGrpSpPr/>
            <p:nvPr/>
          </p:nvGrpSpPr>
          <p:grpSpPr>
            <a:xfrm>
              <a:off x="3218242" y="1300218"/>
              <a:ext cx="2964840" cy="5358501"/>
              <a:chOff x="3218242" y="1300218"/>
              <a:chExt cx="2964840" cy="5358501"/>
            </a:xfrm>
          </p:grpSpPr>
          <p:sp>
            <p:nvSpPr>
              <p:cNvPr id="7" name="Правая фигурная скобка 6">
                <a:extLst>
                  <a:ext uri="{FF2B5EF4-FFF2-40B4-BE49-F238E27FC236}">
                    <a16:creationId xmlns:a16="http://schemas.microsoft.com/office/drawing/2014/main" id="{B05F3311-AFDC-D72D-0574-181ADB9A4046}"/>
                  </a:ext>
                </a:extLst>
              </p:cNvPr>
              <p:cNvSpPr/>
              <p:nvPr/>
            </p:nvSpPr>
            <p:spPr>
              <a:xfrm rot="5400000">
                <a:off x="4438417" y="4367205"/>
                <a:ext cx="524489" cy="2964840"/>
              </a:xfrm>
              <a:prstGeom prst="rightBrac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F26E34C-0785-10FB-0B8B-1636EA53CB99}"/>
                  </a:ext>
                </a:extLst>
              </p:cNvPr>
              <p:cNvSpPr txBox="1"/>
              <p:nvPr/>
            </p:nvSpPr>
            <p:spPr>
              <a:xfrm>
                <a:off x="3461079" y="6197054"/>
                <a:ext cx="25507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8 0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00 USDT</a:t>
                </a:r>
                <a:endParaRPr lang="ru-RU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37882C5C-A0F8-2CB9-2FA8-EBE3F6AF1302}"/>
                  </a:ext>
                </a:extLst>
              </p:cNvPr>
              <p:cNvSpPr/>
              <p:nvPr/>
            </p:nvSpPr>
            <p:spPr>
              <a:xfrm>
                <a:off x="3812496" y="1300218"/>
                <a:ext cx="2184640" cy="523220"/>
              </a:xfrm>
              <a:prstGeom prst="rect">
                <a:avLst/>
              </a:prstGeom>
              <a:gradFill>
                <a:gsLst>
                  <a:gs pos="96000">
                    <a:srgbClr val="FF6600"/>
                  </a:gs>
                  <a:gs pos="64000">
                    <a:srgbClr val="FF9933"/>
                  </a:gs>
                  <a:gs pos="10000">
                    <a:srgbClr val="FFC000"/>
                  </a:gs>
                </a:gsLst>
                <a:lin ang="5400000" scaled="0"/>
              </a:gra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ru-RU" sz="28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4 000 </a:t>
                </a:r>
                <a:r>
                  <a:rPr lang="en-US" sz="28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USDT </a:t>
                </a:r>
                <a:endParaRPr lang="ru-RU" sz="2800" b="1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0" name="Graphic 10">
            <a:extLst>
              <a:ext uri="{FF2B5EF4-FFF2-40B4-BE49-F238E27FC236}">
                <a16:creationId xmlns:a16="http://schemas.microsoft.com/office/drawing/2014/main" id="{940C8405-74E8-5828-4228-E3863C4655B1}"/>
              </a:ext>
            </a:extLst>
          </p:cNvPr>
          <p:cNvSpPr/>
          <p:nvPr/>
        </p:nvSpPr>
        <p:spPr>
          <a:xfrm rot="5400000">
            <a:off x="6476094" y="951599"/>
            <a:ext cx="5657850" cy="5773960"/>
          </a:xfrm>
          <a:custGeom>
            <a:avLst/>
            <a:gdLst>
              <a:gd name="connsiteX0" fmla="*/ 5753100 w 5753100"/>
              <a:gd name="connsiteY0" fmla="*/ 474345 h 5753100"/>
              <a:gd name="connsiteX1" fmla="*/ 5753100 w 5753100"/>
              <a:gd name="connsiteY1" fmla="*/ 5278755 h 5753100"/>
              <a:gd name="connsiteX2" fmla="*/ 5278755 w 5753100"/>
              <a:gd name="connsiteY2" fmla="*/ 5753100 h 5753100"/>
              <a:gd name="connsiteX3" fmla="*/ 2318385 w 5753100"/>
              <a:gd name="connsiteY3" fmla="*/ 5753100 h 5753100"/>
              <a:gd name="connsiteX4" fmla="*/ 1844040 w 5753100"/>
              <a:gd name="connsiteY4" fmla="*/ 5278755 h 5753100"/>
              <a:gd name="connsiteX5" fmla="*/ 1844040 w 5753100"/>
              <a:gd name="connsiteY5" fmla="*/ 4386263 h 5753100"/>
              <a:gd name="connsiteX6" fmla="*/ 1369695 w 5753100"/>
              <a:gd name="connsiteY6" fmla="*/ 3910013 h 5753100"/>
              <a:gd name="connsiteX7" fmla="*/ 474345 w 5753100"/>
              <a:gd name="connsiteY7" fmla="*/ 3910013 h 5753100"/>
              <a:gd name="connsiteX8" fmla="*/ 0 w 5753100"/>
              <a:gd name="connsiteY8" fmla="*/ 3435668 h 5753100"/>
              <a:gd name="connsiteX9" fmla="*/ 0 w 5753100"/>
              <a:gd name="connsiteY9" fmla="*/ 474345 h 5753100"/>
              <a:gd name="connsiteX10" fmla="*/ 474345 w 5753100"/>
              <a:gd name="connsiteY10" fmla="*/ 0 h 5753100"/>
              <a:gd name="connsiteX11" fmla="*/ 5278755 w 5753100"/>
              <a:gd name="connsiteY11" fmla="*/ 0 h 5753100"/>
              <a:gd name="connsiteX12" fmla="*/ 5753100 w 5753100"/>
              <a:gd name="connsiteY12" fmla="*/ 474345 h 575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753100" h="5753100">
                <a:moveTo>
                  <a:pt x="5753100" y="474345"/>
                </a:moveTo>
                <a:lnTo>
                  <a:pt x="5753100" y="5278755"/>
                </a:lnTo>
                <a:cubicBezTo>
                  <a:pt x="5753100" y="5540693"/>
                  <a:pt x="5540693" y="5753100"/>
                  <a:pt x="5278755" y="5753100"/>
                </a:cubicBezTo>
                <a:lnTo>
                  <a:pt x="2318385" y="5753100"/>
                </a:lnTo>
                <a:cubicBezTo>
                  <a:pt x="2056448" y="5753100"/>
                  <a:pt x="1844040" y="5540693"/>
                  <a:pt x="1844040" y="5278755"/>
                </a:cubicBezTo>
                <a:lnTo>
                  <a:pt x="1844040" y="4386263"/>
                </a:lnTo>
                <a:cubicBezTo>
                  <a:pt x="1844040" y="4123373"/>
                  <a:pt x="1631633" y="3910965"/>
                  <a:pt x="1369695" y="3910013"/>
                </a:cubicBezTo>
                <a:lnTo>
                  <a:pt x="474345" y="3910013"/>
                </a:lnTo>
                <a:cubicBezTo>
                  <a:pt x="212408" y="3910013"/>
                  <a:pt x="0" y="3697605"/>
                  <a:pt x="0" y="3435668"/>
                </a:cubicBezTo>
                <a:lnTo>
                  <a:pt x="0" y="474345"/>
                </a:lnTo>
                <a:cubicBezTo>
                  <a:pt x="0" y="212408"/>
                  <a:pt x="212408" y="0"/>
                  <a:pt x="474345" y="0"/>
                </a:cubicBezTo>
                <a:lnTo>
                  <a:pt x="5278755" y="0"/>
                </a:lnTo>
                <a:cubicBezTo>
                  <a:pt x="5540693" y="0"/>
                  <a:pt x="5753100" y="212408"/>
                  <a:pt x="5753100" y="474345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51" name="Rectangle: Rounded Corners 33">
            <a:extLst>
              <a:ext uri="{FF2B5EF4-FFF2-40B4-BE49-F238E27FC236}">
                <a16:creationId xmlns:a16="http://schemas.microsoft.com/office/drawing/2014/main" id="{58C72E57-6132-862E-906F-A441245D781D}"/>
              </a:ext>
            </a:extLst>
          </p:cNvPr>
          <p:cNvSpPr/>
          <p:nvPr/>
        </p:nvSpPr>
        <p:spPr>
          <a:xfrm>
            <a:off x="6705124" y="1130300"/>
            <a:ext cx="1410176" cy="1386277"/>
          </a:xfrm>
          <a:prstGeom prst="roundRect">
            <a:avLst>
              <a:gd name="adj" fmla="val 50000"/>
            </a:avLst>
          </a:prstGeom>
          <a:blipFill>
            <a:blip r:embed="rId4"/>
            <a:stretch>
              <a:fillRect/>
            </a:stretch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en-GB" sz="5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641D71-C83A-D3C5-9B79-D31D756FDED4}"/>
              </a:ext>
            </a:extLst>
          </p:cNvPr>
          <p:cNvSpPr txBox="1"/>
          <p:nvPr/>
        </p:nvSpPr>
        <p:spPr>
          <a:xfrm>
            <a:off x="6418039" y="1130300"/>
            <a:ext cx="5773960" cy="5709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Активация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4 000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USDT:</a:t>
            </a:r>
          </a:p>
          <a:p>
            <a:pPr algn="ctr"/>
            <a:endParaRPr lang="ru-R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1 место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реферальные </a:t>
            </a:r>
          </a:p>
          <a:p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выплаты:</a:t>
            </a:r>
          </a:p>
          <a:p>
            <a:pPr algn="ctr"/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750 </a:t>
            </a:r>
            <a:r>
              <a:rPr lang="en-US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1 линии</a:t>
            </a:r>
          </a:p>
          <a:p>
            <a:pPr algn="ctr"/>
            <a:r>
              <a:rPr lang="ru-RU" sz="2300" dirty="0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375 </a:t>
            </a:r>
            <a:r>
              <a:rPr lang="en-US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 2 линии</a:t>
            </a:r>
          </a:p>
          <a:p>
            <a:pPr algn="ctr"/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375 </a:t>
            </a:r>
            <a:r>
              <a:rPr lang="en-US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3 линии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3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клон в 1 уровень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умный клон в 1 уровень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клона во 2 уровень</a:t>
            </a:r>
          </a:p>
          <a:p>
            <a:pPr algn="ctr"/>
            <a:endParaRPr lang="ru-R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место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выплата 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1 000 </a:t>
            </a:r>
            <a:r>
              <a:rPr lang="en-US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  <a:endParaRPr lang="ru-RU" sz="23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3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(остаток 3 000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на переход в 4 уровень)</a:t>
            </a:r>
          </a:p>
          <a:p>
            <a:pPr algn="ctr"/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и 4 места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переход в 4 уровень</a:t>
            </a:r>
          </a:p>
          <a:p>
            <a:pPr algn="ctr"/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3 000 + 8 000 = 11 000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</a:p>
          <a:p>
            <a:endParaRPr lang="ru-R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5" name="Группа 266">
            <a:extLst>
              <a:ext uri="{FF2B5EF4-FFF2-40B4-BE49-F238E27FC236}">
                <a16:creationId xmlns:a16="http://schemas.microsoft.com/office/drawing/2014/main" id="{9D8C4AA8-9FF8-0023-C35A-C8BD6B750141}"/>
              </a:ext>
            </a:extLst>
          </p:cNvPr>
          <p:cNvGrpSpPr/>
          <p:nvPr/>
        </p:nvGrpSpPr>
        <p:grpSpPr>
          <a:xfrm>
            <a:off x="250315" y="2160382"/>
            <a:ext cx="5699810" cy="3629030"/>
            <a:chOff x="915594" y="2200534"/>
            <a:chExt cx="5699810" cy="3687083"/>
          </a:xfrm>
        </p:grpSpPr>
        <p:grpSp>
          <p:nvGrpSpPr>
            <p:cNvPr id="57" name="Группа 250">
              <a:extLst>
                <a:ext uri="{FF2B5EF4-FFF2-40B4-BE49-F238E27FC236}">
                  <a16:creationId xmlns:a16="http://schemas.microsoft.com/office/drawing/2014/main" id="{3C967914-5145-B2E5-0062-195771854284}"/>
                </a:ext>
              </a:extLst>
            </p:cNvPr>
            <p:cNvGrpSpPr/>
            <p:nvPr/>
          </p:nvGrpSpPr>
          <p:grpSpPr>
            <a:xfrm>
              <a:off x="1302571" y="2200534"/>
              <a:ext cx="4989665" cy="1812583"/>
              <a:chOff x="1377430" y="2334298"/>
              <a:chExt cx="5503213" cy="1983413"/>
            </a:xfrm>
          </p:grpSpPr>
          <p:cxnSp>
            <p:nvCxnSpPr>
              <p:cNvPr id="62" name="Соединительная линия уступом 215">
                <a:extLst>
                  <a:ext uri="{FF2B5EF4-FFF2-40B4-BE49-F238E27FC236}">
                    <a16:creationId xmlns:a16="http://schemas.microsoft.com/office/drawing/2014/main" id="{1CAF4879-BF47-D16D-CC9D-F698C3E323CC}"/>
                  </a:ext>
                </a:extLst>
              </p:cNvPr>
              <p:cNvCxnSpPr/>
              <p:nvPr/>
            </p:nvCxnSpPr>
            <p:spPr>
              <a:xfrm rot="5400000">
                <a:off x="3031312" y="1665368"/>
                <a:ext cx="395149" cy="1735711"/>
              </a:xfrm>
              <a:prstGeom prst="bentConnector3">
                <a:avLst>
                  <a:gd name="adj1" fmla="val 50000"/>
                </a:avLst>
              </a:prstGeom>
              <a:ln w="28575" cmpd="sng">
                <a:solidFill>
                  <a:schemeClr val="bg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Соединительная линия уступом 221">
                <a:extLst>
                  <a:ext uri="{FF2B5EF4-FFF2-40B4-BE49-F238E27FC236}">
                    <a16:creationId xmlns:a16="http://schemas.microsoft.com/office/drawing/2014/main" id="{6C9D7471-B2F0-1A14-393D-AB237DD4BDBF}"/>
                  </a:ext>
                </a:extLst>
              </p:cNvPr>
              <p:cNvCxnSpPr/>
              <p:nvPr/>
            </p:nvCxnSpPr>
            <p:spPr>
              <a:xfrm rot="16200000" flipH="1">
                <a:off x="4770000" y="1664698"/>
                <a:ext cx="396000" cy="1735200"/>
              </a:xfrm>
              <a:prstGeom prst="bentConnector3">
                <a:avLst>
                  <a:gd name="adj1" fmla="val 50000"/>
                </a:avLst>
              </a:prstGeom>
              <a:ln w="28575" cmpd="sng">
                <a:solidFill>
                  <a:schemeClr val="bg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" name="Группа 238">
                <a:extLst>
                  <a:ext uri="{FF2B5EF4-FFF2-40B4-BE49-F238E27FC236}">
                    <a16:creationId xmlns:a16="http://schemas.microsoft.com/office/drawing/2014/main" id="{901BBF4C-36FF-2F2F-AF7A-5EE8D9D22713}"/>
                  </a:ext>
                </a:extLst>
              </p:cNvPr>
              <p:cNvGrpSpPr/>
              <p:nvPr/>
            </p:nvGrpSpPr>
            <p:grpSpPr>
              <a:xfrm>
                <a:off x="1377430" y="3930547"/>
                <a:ext cx="2024742" cy="387164"/>
                <a:chOff x="1500596" y="2796077"/>
                <a:chExt cx="1799999" cy="169577"/>
              </a:xfrm>
            </p:grpSpPr>
            <p:cxnSp>
              <p:nvCxnSpPr>
                <p:cNvPr id="68" name="Соединительная линия уступом 232">
                  <a:extLst>
                    <a:ext uri="{FF2B5EF4-FFF2-40B4-BE49-F238E27FC236}">
                      <a16:creationId xmlns:a16="http://schemas.microsoft.com/office/drawing/2014/main" id="{845ADFC6-6A91-8BA2-131E-93ED9AACB1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865818" y="2430877"/>
                  <a:ext cx="169555" cy="900000"/>
                </a:xfrm>
                <a:prstGeom prst="bentConnector3">
                  <a:avLst>
                    <a:gd name="adj1" fmla="val 50000"/>
                  </a:avLst>
                </a:prstGeom>
                <a:ln w="28575" cmpd="sng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Соединительная линия уступом 235">
                  <a:extLst>
                    <a:ext uri="{FF2B5EF4-FFF2-40B4-BE49-F238E27FC236}">
                      <a16:creationId xmlns:a16="http://schemas.microsoft.com/office/drawing/2014/main" id="{FC1B2A3F-D7C9-45E6-CE3A-C64746B78996}"/>
                    </a:ext>
                  </a:extLst>
                </p:cNvPr>
                <p:cNvCxnSpPr/>
                <p:nvPr/>
              </p:nvCxnSpPr>
              <p:spPr>
                <a:xfrm rot="16200000" flipH="1">
                  <a:off x="2765818" y="2430854"/>
                  <a:ext cx="169553" cy="900000"/>
                </a:xfrm>
                <a:prstGeom prst="bentConnector3">
                  <a:avLst>
                    <a:gd name="adj1" fmla="val 50000"/>
                  </a:avLst>
                </a:prstGeom>
                <a:ln w="28575" cmpd="sng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5" name="Группа 238">
                <a:extLst>
                  <a:ext uri="{FF2B5EF4-FFF2-40B4-BE49-F238E27FC236}">
                    <a16:creationId xmlns:a16="http://schemas.microsoft.com/office/drawing/2014/main" id="{9727847E-72F0-6DEA-7734-B77006B36B27}"/>
                  </a:ext>
                </a:extLst>
              </p:cNvPr>
              <p:cNvGrpSpPr/>
              <p:nvPr/>
            </p:nvGrpSpPr>
            <p:grpSpPr>
              <a:xfrm>
                <a:off x="4855901" y="3925798"/>
                <a:ext cx="2024742" cy="387164"/>
                <a:chOff x="1500596" y="2796077"/>
                <a:chExt cx="1799999" cy="169577"/>
              </a:xfrm>
            </p:grpSpPr>
            <p:cxnSp>
              <p:nvCxnSpPr>
                <p:cNvPr id="66" name="Соединительная линия уступом 247">
                  <a:extLst>
                    <a:ext uri="{FF2B5EF4-FFF2-40B4-BE49-F238E27FC236}">
                      <a16:creationId xmlns:a16="http://schemas.microsoft.com/office/drawing/2014/main" id="{06F22AB0-B633-5DE7-86AB-0E7B56DF24AA}"/>
                    </a:ext>
                  </a:extLst>
                </p:cNvPr>
                <p:cNvCxnSpPr/>
                <p:nvPr/>
              </p:nvCxnSpPr>
              <p:spPr>
                <a:xfrm rot="5400000">
                  <a:off x="1865818" y="2430877"/>
                  <a:ext cx="169555" cy="900000"/>
                </a:xfrm>
                <a:prstGeom prst="bentConnector3">
                  <a:avLst>
                    <a:gd name="adj1" fmla="val 50000"/>
                  </a:avLst>
                </a:prstGeom>
                <a:ln w="28575" cmpd="sng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Соединительная линия уступом 248">
                  <a:extLst>
                    <a:ext uri="{FF2B5EF4-FFF2-40B4-BE49-F238E27FC236}">
                      <a16:creationId xmlns:a16="http://schemas.microsoft.com/office/drawing/2014/main" id="{68B365B3-713F-6AC5-4A15-C9CFACCE2588}"/>
                    </a:ext>
                  </a:extLst>
                </p:cNvPr>
                <p:cNvCxnSpPr/>
                <p:nvPr/>
              </p:nvCxnSpPr>
              <p:spPr>
                <a:xfrm rot="16200000" flipH="1">
                  <a:off x="2765818" y="2430854"/>
                  <a:ext cx="169553" cy="900000"/>
                </a:xfrm>
                <a:prstGeom prst="bentConnector3">
                  <a:avLst>
                    <a:gd name="adj1" fmla="val 50000"/>
                  </a:avLst>
                </a:prstGeom>
                <a:ln w="28575" cmpd="sng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8" name="6-конечная звезда 261">
              <a:extLst>
                <a:ext uri="{FF2B5EF4-FFF2-40B4-BE49-F238E27FC236}">
                  <a16:creationId xmlns:a16="http://schemas.microsoft.com/office/drawing/2014/main" id="{2D7495F5-CCB1-5A55-ED7A-916B1D6DD04D}"/>
                </a:ext>
              </a:extLst>
            </p:cNvPr>
            <p:cNvSpPr/>
            <p:nvPr/>
          </p:nvSpPr>
          <p:spPr>
            <a:xfrm>
              <a:off x="915594" y="5223765"/>
              <a:ext cx="606490" cy="634482"/>
            </a:xfrm>
            <a:prstGeom prst="star6">
              <a:avLst/>
            </a:prstGeom>
            <a:gradFill>
              <a:gsLst>
                <a:gs pos="34000">
                  <a:srgbClr val="FFFF00"/>
                </a:gs>
                <a:gs pos="84000">
                  <a:srgbClr val="FF9933"/>
                </a:gs>
              </a:gsLst>
              <a:lin ang="5400000" scaled="0"/>
            </a:gra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59" name="6-конечная звезда 262">
              <a:extLst>
                <a:ext uri="{FF2B5EF4-FFF2-40B4-BE49-F238E27FC236}">
                  <a16:creationId xmlns:a16="http://schemas.microsoft.com/office/drawing/2014/main" id="{CB202DA7-3730-C381-F046-D3C3A8143960}"/>
                </a:ext>
              </a:extLst>
            </p:cNvPr>
            <p:cNvSpPr/>
            <p:nvPr/>
          </p:nvSpPr>
          <p:spPr>
            <a:xfrm>
              <a:off x="2830286" y="5228252"/>
              <a:ext cx="606490" cy="634482"/>
            </a:xfrm>
            <a:prstGeom prst="star6">
              <a:avLst/>
            </a:prstGeom>
            <a:gradFill>
              <a:gsLst>
                <a:gs pos="34000">
                  <a:srgbClr val="FFFF00"/>
                </a:gs>
                <a:gs pos="84000">
                  <a:srgbClr val="FF9933"/>
                </a:gs>
              </a:gsLst>
              <a:lin ang="5400000" scaled="0"/>
            </a:gra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  <p:sp>
          <p:nvSpPr>
            <p:cNvPr id="60" name="6-конечная звезда 263">
              <a:extLst>
                <a:ext uri="{FF2B5EF4-FFF2-40B4-BE49-F238E27FC236}">
                  <a16:creationId xmlns:a16="http://schemas.microsoft.com/office/drawing/2014/main" id="{37D50AC6-D1FE-62FF-2D8E-E892AEC78B15}"/>
                </a:ext>
              </a:extLst>
            </p:cNvPr>
            <p:cNvSpPr/>
            <p:nvPr/>
          </p:nvSpPr>
          <p:spPr>
            <a:xfrm>
              <a:off x="4181341" y="5228252"/>
              <a:ext cx="606490" cy="634482"/>
            </a:xfrm>
            <a:prstGeom prst="star6">
              <a:avLst/>
            </a:prstGeom>
            <a:gradFill>
              <a:gsLst>
                <a:gs pos="34000">
                  <a:srgbClr val="FFFF00"/>
                </a:gs>
                <a:gs pos="84000">
                  <a:srgbClr val="FF9933"/>
                </a:gs>
              </a:gsLst>
              <a:lin ang="5400000" scaled="0"/>
            </a:gra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</a:p>
          </p:txBody>
        </p:sp>
        <p:sp>
          <p:nvSpPr>
            <p:cNvPr id="61" name="6-конечная звезда 264">
              <a:extLst>
                <a:ext uri="{FF2B5EF4-FFF2-40B4-BE49-F238E27FC236}">
                  <a16:creationId xmlns:a16="http://schemas.microsoft.com/office/drawing/2014/main" id="{E49ED989-99F8-C7A7-39F9-DC4964CF0B45}"/>
                </a:ext>
              </a:extLst>
            </p:cNvPr>
            <p:cNvSpPr/>
            <p:nvPr/>
          </p:nvSpPr>
          <p:spPr>
            <a:xfrm>
              <a:off x="6008914" y="5253135"/>
              <a:ext cx="606490" cy="634482"/>
            </a:xfrm>
            <a:prstGeom prst="star6">
              <a:avLst/>
            </a:prstGeom>
            <a:gradFill>
              <a:gsLst>
                <a:gs pos="34000">
                  <a:srgbClr val="FFFF00"/>
                </a:gs>
                <a:gs pos="84000">
                  <a:srgbClr val="FF9933"/>
                </a:gs>
              </a:gsLst>
              <a:lin ang="5400000" scaled="0"/>
            </a:gra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</a:p>
          </p:txBody>
        </p:sp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FD7B1169-2E74-5FCF-D401-DB2C1ED7FCC1}"/>
              </a:ext>
            </a:extLst>
          </p:cNvPr>
          <p:cNvGrpSpPr/>
          <p:nvPr/>
        </p:nvGrpSpPr>
        <p:grpSpPr>
          <a:xfrm>
            <a:off x="796371" y="2394416"/>
            <a:ext cx="1480297" cy="1411002"/>
            <a:chOff x="796371" y="2394416"/>
            <a:chExt cx="1480297" cy="1411002"/>
          </a:xfrm>
        </p:grpSpPr>
        <p:grpSp>
          <p:nvGrpSpPr>
            <p:cNvPr id="71" name="Группа 70">
              <a:extLst>
                <a:ext uri="{FF2B5EF4-FFF2-40B4-BE49-F238E27FC236}">
                  <a16:creationId xmlns:a16="http://schemas.microsoft.com/office/drawing/2014/main" id="{F17D4E6A-4625-C319-DF95-F09BE1CB7C90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73" name="Рисунок 72">
                <a:extLst>
                  <a:ext uri="{FF2B5EF4-FFF2-40B4-BE49-F238E27FC236}">
                    <a16:creationId xmlns:a16="http://schemas.microsoft.com/office/drawing/2014/main" id="{E8541421-D5FF-262D-4491-4CF3C33E7D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74" name="Рисунок 73">
                <a:extLst>
                  <a:ext uri="{FF2B5EF4-FFF2-40B4-BE49-F238E27FC236}">
                    <a16:creationId xmlns:a16="http://schemas.microsoft.com/office/drawing/2014/main" id="{647EFE6F-CDD9-8ABD-1ED9-52A15C8837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72" name="Круг: прозрачная заливка 71">
              <a:extLst>
                <a:ext uri="{FF2B5EF4-FFF2-40B4-BE49-F238E27FC236}">
                  <a16:creationId xmlns:a16="http://schemas.microsoft.com/office/drawing/2014/main" id="{A386B1B2-921C-9857-BFEE-C70C073795AF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598D9EB9-08A3-AC9C-62E9-44EBF9DA37C1}"/>
              </a:ext>
            </a:extLst>
          </p:cNvPr>
          <p:cNvGrpSpPr/>
          <p:nvPr/>
        </p:nvGrpSpPr>
        <p:grpSpPr>
          <a:xfrm>
            <a:off x="3943595" y="2406889"/>
            <a:ext cx="1480297" cy="1411002"/>
            <a:chOff x="796371" y="2394416"/>
            <a:chExt cx="1480297" cy="1411002"/>
          </a:xfrm>
        </p:grpSpPr>
        <p:grpSp>
          <p:nvGrpSpPr>
            <p:cNvPr id="76" name="Группа 75">
              <a:extLst>
                <a:ext uri="{FF2B5EF4-FFF2-40B4-BE49-F238E27FC236}">
                  <a16:creationId xmlns:a16="http://schemas.microsoft.com/office/drawing/2014/main" id="{8A0AB34B-5166-78D1-E954-47B0ECB8E7CC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78" name="Рисунок 77">
                <a:extLst>
                  <a:ext uri="{FF2B5EF4-FFF2-40B4-BE49-F238E27FC236}">
                    <a16:creationId xmlns:a16="http://schemas.microsoft.com/office/drawing/2014/main" id="{20E270E9-3FF2-4F29-CAFF-5236011C6C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79" name="Рисунок 78">
                <a:extLst>
                  <a:ext uri="{FF2B5EF4-FFF2-40B4-BE49-F238E27FC236}">
                    <a16:creationId xmlns:a16="http://schemas.microsoft.com/office/drawing/2014/main" id="{BBB3553C-740F-3FAC-EA7C-8121817DFD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77" name="Круг: прозрачная заливка 76">
              <a:extLst>
                <a:ext uri="{FF2B5EF4-FFF2-40B4-BE49-F238E27FC236}">
                  <a16:creationId xmlns:a16="http://schemas.microsoft.com/office/drawing/2014/main" id="{B7462D41-49E1-D8CB-9D2D-612125F2EAE3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57392F2F-5A5E-5843-552B-BC21D533A01E}"/>
              </a:ext>
            </a:extLst>
          </p:cNvPr>
          <p:cNvGrpSpPr/>
          <p:nvPr/>
        </p:nvGrpSpPr>
        <p:grpSpPr>
          <a:xfrm>
            <a:off x="2362695" y="864327"/>
            <a:ext cx="1480297" cy="1411002"/>
            <a:chOff x="796371" y="2394416"/>
            <a:chExt cx="1480297" cy="1411002"/>
          </a:xfrm>
        </p:grpSpPr>
        <p:grpSp>
          <p:nvGrpSpPr>
            <p:cNvPr id="81" name="Группа 80">
              <a:extLst>
                <a:ext uri="{FF2B5EF4-FFF2-40B4-BE49-F238E27FC236}">
                  <a16:creationId xmlns:a16="http://schemas.microsoft.com/office/drawing/2014/main" id="{FF32A13F-6B32-90A2-091E-4860834C3CD9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83" name="Рисунок 82">
                <a:extLst>
                  <a:ext uri="{FF2B5EF4-FFF2-40B4-BE49-F238E27FC236}">
                    <a16:creationId xmlns:a16="http://schemas.microsoft.com/office/drawing/2014/main" id="{D5E94C8A-775A-1E53-B43A-2D951A125D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84" name="Рисунок 83">
                <a:extLst>
                  <a:ext uri="{FF2B5EF4-FFF2-40B4-BE49-F238E27FC236}">
                    <a16:creationId xmlns:a16="http://schemas.microsoft.com/office/drawing/2014/main" id="{A3CB4A76-9D10-C6CA-A558-09C50695A0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82" name="Круг: прозрачная заливка 81">
              <a:extLst>
                <a:ext uri="{FF2B5EF4-FFF2-40B4-BE49-F238E27FC236}">
                  <a16:creationId xmlns:a16="http://schemas.microsoft.com/office/drawing/2014/main" id="{2FDBB3FC-064E-4DD5-F646-9FFB9B65F716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85" name="Группа 84">
            <a:extLst>
              <a:ext uri="{FF2B5EF4-FFF2-40B4-BE49-F238E27FC236}">
                <a16:creationId xmlns:a16="http://schemas.microsoft.com/office/drawing/2014/main" id="{915E28CD-DCD3-15A1-49C3-932DAC0F219E}"/>
              </a:ext>
            </a:extLst>
          </p:cNvPr>
          <p:cNvGrpSpPr/>
          <p:nvPr/>
        </p:nvGrpSpPr>
        <p:grpSpPr>
          <a:xfrm>
            <a:off x="-94185" y="3838578"/>
            <a:ext cx="1480297" cy="1411002"/>
            <a:chOff x="796371" y="2394416"/>
            <a:chExt cx="1480297" cy="1411002"/>
          </a:xfrm>
        </p:grpSpPr>
        <p:grpSp>
          <p:nvGrpSpPr>
            <p:cNvPr id="86" name="Группа 85">
              <a:extLst>
                <a:ext uri="{FF2B5EF4-FFF2-40B4-BE49-F238E27FC236}">
                  <a16:creationId xmlns:a16="http://schemas.microsoft.com/office/drawing/2014/main" id="{B9F28A7F-3A47-2BDB-4213-32713A375CA4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88" name="Рисунок 87">
                <a:extLst>
                  <a:ext uri="{FF2B5EF4-FFF2-40B4-BE49-F238E27FC236}">
                    <a16:creationId xmlns:a16="http://schemas.microsoft.com/office/drawing/2014/main" id="{36EDA8A2-634C-A3D2-D6A3-4F477DDE6F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89" name="Рисунок 88">
                <a:extLst>
                  <a:ext uri="{FF2B5EF4-FFF2-40B4-BE49-F238E27FC236}">
                    <a16:creationId xmlns:a16="http://schemas.microsoft.com/office/drawing/2014/main" id="{46E67400-3E05-8384-6248-2F3C89A0E8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87" name="Круг: прозрачная заливка 86">
              <a:extLst>
                <a:ext uri="{FF2B5EF4-FFF2-40B4-BE49-F238E27FC236}">
                  <a16:creationId xmlns:a16="http://schemas.microsoft.com/office/drawing/2014/main" id="{AFD4EEC3-006A-DBAB-CBA9-5FD1A739C2A1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0" name="Группа 89">
            <a:extLst>
              <a:ext uri="{FF2B5EF4-FFF2-40B4-BE49-F238E27FC236}">
                <a16:creationId xmlns:a16="http://schemas.microsoft.com/office/drawing/2014/main" id="{0F68910B-5F85-BD80-699A-DA59064B5848}"/>
              </a:ext>
            </a:extLst>
          </p:cNvPr>
          <p:cNvGrpSpPr/>
          <p:nvPr/>
        </p:nvGrpSpPr>
        <p:grpSpPr>
          <a:xfrm>
            <a:off x="1732762" y="3848388"/>
            <a:ext cx="1480297" cy="1411002"/>
            <a:chOff x="796371" y="2394416"/>
            <a:chExt cx="1480297" cy="1411002"/>
          </a:xfrm>
        </p:grpSpPr>
        <p:grpSp>
          <p:nvGrpSpPr>
            <p:cNvPr id="91" name="Группа 90">
              <a:extLst>
                <a:ext uri="{FF2B5EF4-FFF2-40B4-BE49-F238E27FC236}">
                  <a16:creationId xmlns:a16="http://schemas.microsoft.com/office/drawing/2014/main" id="{7C87FE69-660D-594A-E5D6-0DACC5A6BEBC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93" name="Рисунок 92">
                <a:extLst>
                  <a:ext uri="{FF2B5EF4-FFF2-40B4-BE49-F238E27FC236}">
                    <a16:creationId xmlns:a16="http://schemas.microsoft.com/office/drawing/2014/main" id="{E20D350B-57C7-96FD-10F2-4A22278BDB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94" name="Рисунок 93">
                <a:extLst>
                  <a:ext uri="{FF2B5EF4-FFF2-40B4-BE49-F238E27FC236}">
                    <a16:creationId xmlns:a16="http://schemas.microsoft.com/office/drawing/2014/main" id="{9A0AD015-FAE1-F4E4-EDE7-CB61496BAE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92" name="Круг: прозрачная заливка 91">
              <a:extLst>
                <a:ext uri="{FF2B5EF4-FFF2-40B4-BE49-F238E27FC236}">
                  <a16:creationId xmlns:a16="http://schemas.microsoft.com/office/drawing/2014/main" id="{B02E827C-43B7-6E58-C4A0-610EFCFD0021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5" name="Группа 94">
            <a:extLst>
              <a:ext uri="{FF2B5EF4-FFF2-40B4-BE49-F238E27FC236}">
                <a16:creationId xmlns:a16="http://schemas.microsoft.com/office/drawing/2014/main" id="{B36579B4-1E37-8B61-7C79-43C3472F0FB7}"/>
              </a:ext>
            </a:extLst>
          </p:cNvPr>
          <p:cNvGrpSpPr/>
          <p:nvPr/>
        </p:nvGrpSpPr>
        <p:grpSpPr>
          <a:xfrm>
            <a:off x="3056919" y="3835687"/>
            <a:ext cx="1480297" cy="1411002"/>
            <a:chOff x="796371" y="2394416"/>
            <a:chExt cx="1480297" cy="1411002"/>
          </a:xfrm>
        </p:grpSpPr>
        <p:grpSp>
          <p:nvGrpSpPr>
            <p:cNvPr id="96" name="Группа 95">
              <a:extLst>
                <a:ext uri="{FF2B5EF4-FFF2-40B4-BE49-F238E27FC236}">
                  <a16:creationId xmlns:a16="http://schemas.microsoft.com/office/drawing/2014/main" id="{B94090FB-ECCF-D764-91DF-74728456B771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98" name="Рисунок 97">
                <a:extLst>
                  <a:ext uri="{FF2B5EF4-FFF2-40B4-BE49-F238E27FC236}">
                    <a16:creationId xmlns:a16="http://schemas.microsoft.com/office/drawing/2014/main" id="{D55402F7-5AA4-8083-69B7-2ED22C539E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99" name="Рисунок 98">
                <a:extLst>
                  <a:ext uri="{FF2B5EF4-FFF2-40B4-BE49-F238E27FC236}">
                    <a16:creationId xmlns:a16="http://schemas.microsoft.com/office/drawing/2014/main" id="{3887C219-3CED-5B7C-5A79-A7817D0CF2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97" name="Круг: прозрачная заливка 96">
              <a:extLst>
                <a:ext uri="{FF2B5EF4-FFF2-40B4-BE49-F238E27FC236}">
                  <a16:creationId xmlns:a16="http://schemas.microsoft.com/office/drawing/2014/main" id="{704629F1-4BEB-1062-CC88-6156BCC0EE75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id="{B77BDC2D-1F24-F057-272A-6BC5994BEF3E}"/>
              </a:ext>
            </a:extLst>
          </p:cNvPr>
          <p:cNvGrpSpPr/>
          <p:nvPr/>
        </p:nvGrpSpPr>
        <p:grpSpPr>
          <a:xfrm>
            <a:off x="4886808" y="3848388"/>
            <a:ext cx="1480297" cy="1411002"/>
            <a:chOff x="796371" y="2394416"/>
            <a:chExt cx="1480297" cy="1411002"/>
          </a:xfrm>
        </p:grpSpPr>
        <p:grpSp>
          <p:nvGrpSpPr>
            <p:cNvPr id="101" name="Группа 100">
              <a:extLst>
                <a:ext uri="{FF2B5EF4-FFF2-40B4-BE49-F238E27FC236}">
                  <a16:creationId xmlns:a16="http://schemas.microsoft.com/office/drawing/2014/main" id="{C10CE491-97D3-7484-1E42-ED0ED7ABC93C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103" name="Рисунок 102">
                <a:extLst>
                  <a:ext uri="{FF2B5EF4-FFF2-40B4-BE49-F238E27FC236}">
                    <a16:creationId xmlns:a16="http://schemas.microsoft.com/office/drawing/2014/main" id="{9FA9D84B-EE4A-63DA-3279-01A31E22AA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104" name="Рисунок 103">
                <a:extLst>
                  <a:ext uri="{FF2B5EF4-FFF2-40B4-BE49-F238E27FC236}">
                    <a16:creationId xmlns:a16="http://schemas.microsoft.com/office/drawing/2014/main" id="{50F619DC-FCF7-BBC7-4C0E-B6FBFF25A9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102" name="Круг: прозрачная заливка 101">
              <a:extLst>
                <a:ext uri="{FF2B5EF4-FFF2-40B4-BE49-F238E27FC236}">
                  <a16:creationId xmlns:a16="http://schemas.microsoft.com/office/drawing/2014/main" id="{E634EFB4-4313-9D39-7CEC-14CB8A55C777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5407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82C5DC-F104-0F30-8D57-906FB8AE5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48">
            <a:extLst>
              <a:ext uri="{FF2B5EF4-FFF2-40B4-BE49-F238E27FC236}">
                <a16:creationId xmlns:a16="http://schemas.microsoft.com/office/drawing/2014/main" id="{12857254-C183-8204-9C0D-4D2DD6458706}"/>
              </a:ext>
            </a:extLst>
          </p:cNvPr>
          <p:cNvSpPr/>
          <p:nvPr/>
        </p:nvSpPr>
        <p:spPr>
          <a:xfrm>
            <a:off x="-746917" y="-16868"/>
            <a:ext cx="3675299" cy="1469562"/>
          </a:xfrm>
          <a:prstGeom prst="roundRect">
            <a:avLst>
              <a:gd name="adj" fmla="val 50000"/>
            </a:avLst>
          </a:prstGeom>
          <a:blipFill>
            <a:blip r:embed="rId4"/>
            <a:stretch>
              <a:fillRect/>
            </a:stretch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E3F40D-D73C-7BC1-564A-5313F5D0329C}"/>
              </a:ext>
            </a:extLst>
          </p:cNvPr>
          <p:cNvSpPr txBox="1"/>
          <p:nvPr/>
        </p:nvSpPr>
        <p:spPr>
          <a:xfrm>
            <a:off x="1652751" y="-28844"/>
            <a:ext cx="29673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Уровень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C37617A-6C8E-CADB-E981-31880422ED29}"/>
              </a:ext>
            </a:extLst>
          </p:cNvPr>
          <p:cNvGrpSpPr/>
          <p:nvPr/>
        </p:nvGrpSpPr>
        <p:grpSpPr>
          <a:xfrm>
            <a:off x="3218242" y="1290212"/>
            <a:ext cx="2964840" cy="5384648"/>
            <a:chOff x="3218242" y="1290212"/>
            <a:chExt cx="2964840" cy="5384648"/>
          </a:xfrm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A94FCE0B-D66A-29ED-C155-2E50C4E5C639}"/>
                </a:ext>
              </a:extLst>
            </p:cNvPr>
            <p:cNvSpPr/>
            <p:nvPr/>
          </p:nvSpPr>
          <p:spPr>
            <a:xfrm>
              <a:off x="3491576" y="6180914"/>
              <a:ext cx="2569580" cy="493946"/>
            </a:xfrm>
            <a:prstGeom prst="roundRect">
              <a:avLst/>
            </a:prstGeom>
            <a:gradFill>
              <a:gsLst>
                <a:gs pos="96000">
                  <a:srgbClr val="FF6600"/>
                </a:gs>
                <a:gs pos="64000">
                  <a:srgbClr val="FF9933"/>
                </a:gs>
                <a:gs pos="10000">
                  <a:srgbClr val="FFC000"/>
                </a:gs>
              </a:gsLst>
              <a:lin ang="5400000" scaled="0"/>
            </a:gra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1795E4E4-DB3B-734B-D429-E0D67248B0D1}"/>
                </a:ext>
              </a:extLst>
            </p:cNvPr>
            <p:cNvGrpSpPr/>
            <p:nvPr/>
          </p:nvGrpSpPr>
          <p:grpSpPr>
            <a:xfrm>
              <a:off x="3218242" y="1290212"/>
              <a:ext cx="2964840" cy="5368507"/>
              <a:chOff x="3218242" y="1290212"/>
              <a:chExt cx="2964840" cy="5368507"/>
            </a:xfrm>
          </p:grpSpPr>
          <p:sp>
            <p:nvSpPr>
              <p:cNvPr id="7" name="Правая фигурная скобка 6">
                <a:extLst>
                  <a:ext uri="{FF2B5EF4-FFF2-40B4-BE49-F238E27FC236}">
                    <a16:creationId xmlns:a16="http://schemas.microsoft.com/office/drawing/2014/main" id="{2C2CC3F8-5181-4E6B-C017-1B493ADA06AF}"/>
                  </a:ext>
                </a:extLst>
              </p:cNvPr>
              <p:cNvSpPr/>
              <p:nvPr/>
            </p:nvSpPr>
            <p:spPr>
              <a:xfrm rot="5400000">
                <a:off x="4438417" y="4367205"/>
                <a:ext cx="524489" cy="2964840"/>
              </a:xfrm>
              <a:prstGeom prst="rightBrac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2DD78B3-174C-4A88-1697-E3318542F49B}"/>
                  </a:ext>
                </a:extLst>
              </p:cNvPr>
              <p:cNvSpPr txBox="1"/>
              <p:nvPr/>
            </p:nvSpPr>
            <p:spPr>
              <a:xfrm>
                <a:off x="3461079" y="6197054"/>
                <a:ext cx="25507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22 0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00 USDT</a:t>
                </a:r>
                <a:endParaRPr lang="ru-RU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80DB3C16-3152-3EFE-E25F-0108A376868C}"/>
                  </a:ext>
                </a:extLst>
              </p:cNvPr>
              <p:cNvSpPr/>
              <p:nvPr/>
            </p:nvSpPr>
            <p:spPr>
              <a:xfrm>
                <a:off x="3849460" y="1290212"/>
                <a:ext cx="2184640" cy="523220"/>
              </a:xfrm>
              <a:prstGeom prst="rect">
                <a:avLst/>
              </a:prstGeom>
              <a:gradFill>
                <a:gsLst>
                  <a:gs pos="96000">
                    <a:srgbClr val="FF6600"/>
                  </a:gs>
                  <a:gs pos="64000">
                    <a:srgbClr val="FF9933"/>
                  </a:gs>
                  <a:gs pos="10000">
                    <a:srgbClr val="FFC000"/>
                  </a:gs>
                </a:gsLst>
                <a:lin ang="5400000" scaled="0"/>
              </a:gra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ru-RU" sz="28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11 000 </a:t>
                </a:r>
                <a:r>
                  <a:rPr lang="en-US" sz="28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USDT </a:t>
                </a:r>
                <a:endParaRPr lang="ru-RU" sz="2800" b="1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0" name="Graphic 10">
            <a:extLst>
              <a:ext uri="{FF2B5EF4-FFF2-40B4-BE49-F238E27FC236}">
                <a16:creationId xmlns:a16="http://schemas.microsoft.com/office/drawing/2014/main" id="{9709C35B-AC48-4947-5FC9-907C4B08A281}"/>
              </a:ext>
            </a:extLst>
          </p:cNvPr>
          <p:cNvSpPr/>
          <p:nvPr/>
        </p:nvSpPr>
        <p:spPr>
          <a:xfrm rot="5400000">
            <a:off x="6476094" y="951599"/>
            <a:ext cx="5657850" cy="5773960"/>
          </a:xfrm>
          <a:custGeom>
            <a:avLst/>
            <a:gdLst>
              <a:gd name="connsiteX0" fmla="*/ 5753100 w 5753100"/>
              <a:gd name="connsiteY0" fmla="*/ 474345 h 5753100"/>
              <a:gd name="connsiteX1" fmla="*/ 5753100 w 5753100"/>
              <a:gd name="connsiteY1" fmla="*/ 5278755 h 5753100"/>
              <a:gd name="connsiteX2" fmla="*/ 5278755 w 5753100"/>
              <a:gd name="connsiteY2" fmla="*/ 5753100 h 5753100"/>
              <a:gd name="connsiteX3" fmla="*/ 2318385 w 5753100"/>
              <a:gd name="connsiteY3" fmla="*/ 5753100 h 5753100"/>
              <a:gd name="connsiteX4" fmla="*/ 1844040 w 5753100"/>
              <a:gd name="connsiteY4" fmla="*/ 5278755 h 5753100"/>
              <a:gd name="connsiteX5" fmla="*/ 1844040 w 5753100"/>
              <a:gd name="connsiteY5" fmla="*/ 4386263 h 5753100"/>
              <a:gd name="connsiteX6" fmla="*/ 1369695 w 5753100"/>
              <a:gd name="connsiteY6" fmla="*/ 3910013 h 5753100"/>
              <a:gd name="connsiteX7" fmla="*/ 474345 w 5753100"/>
              <a:gd name="connsiteY7" fmla="*/ 3910013 h 5753100"/>
              <a:gd name="connsiteX8" fmla="*/ 0 w 5753100"/>
              <a:gd name="connsiteY8" fmla="*/ 3435668 h 5753100"/>
              <a:gd name="connsiteX9" fmla="*/ 0 w 5753100"/>
              <a:gd name="connsiteY9" fmla="*/ 474345 h 5753100"/>
              <a:gd name="connsiteX10" fmla="*/ 474345 w 5753100"/>
              <a:gd name="connsiteY10" fmla="*/ 0 h 5753100"/>
              <a:gd name="connsiteX11" fmla="*/ 5278755 w 5753100"/>
              <a:gd name="connsiteY11" fmla="*/ 0 h 5753100"/>
              <a:gd name="connsiteX12" fmla="*/ 5753100 w 5753100"/>
              <a:gd name="connsiteY12" fmla="*/ 474345 h 575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753100" h="5753100">
                <a:moveTo>
                  <a:pt x="5753100" y="474345"/>
                </a:moveTo>
                <a:lnTo>
                  <a:pt x="5753100" y="5278755"/>
                </a:lnTo>
                <a:cubicBezTo>
                  <a:pt x="5753100" y="5540693"/>
                  <a:pt x="5540693" y="5753100"/>
                  <a:pt x="5278755" y="5753100"/>
                </a:cubicBezTo>
                <a:lnTo>
                  <a:pt x="2318385" y="5753100"/>
                </a:lnTo>
                <a:cubicBezTo>
                  <a:pt x="2056448" y="5753100"/>
                  <a:pt x="1844040" y="5540693"/>
                  <a:pt x="1844040" y="5278755"/>
                </a:cubicBezTo>
                <a:lnTo>
                  <a:pt x="1844040" y="4386263"/>
                </a:lnTo>
                <a:cubicBezTo>
                  <a:pt x="1844040" y="4123373"/>
                  <a:pt x="1631633" y="3910965"/>
                  <a:pt x="1369695" y="3910013"/>
                </a:cubicBezTo>
                <a:lnTo>
                  <a:pt x="474345" y="3910013"/>
                </a:lnTo>
                <a:cubicBezTo>
                  <a:pt x="212408" y="3910013"/>
                  <a:pt x="0" y="3697605"/>
                  <a:pt x="0" y="3435668"/>
                </a:cubicBezTo>
                <a:lnTo>
                  <a:pt x="0" y="474345"/>
                </a:lnTo>
                <a:cubicBezTo>
                  <a:pt x="0" y="212408"/>
                  <a:pt x="212408" y="0"/>
                  <a:pt x="474345" y="0"/>
                </a:cubicBezTo>
                <a:lnTo>
                  <a:pt x="5278755" y="0"/>
                </a:lnTo>
                <a:cubicBezTo>
                  <a:pt x="5540693" y="0"/>
                  <a:pt x="5753100" y="212408"/>
                  <a:pt x="5753100" y="474345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51" name="Rectangle: Rounded Corners 33">
            <a:extLst>
              <a:ext uri="{FF2B5EF4-FFF2-40B4-BE49-F238E27FC236}">
                <a16:creationId xmlns:a16="http://schemas.microsoft.com/office/drawing/2014/main" id="{4875C6D6-D46E-2762-EF3A-B4C84906664C}"/>
              </a:ext>
            </a:extLst>
          </p:cNvPr>
          <p:cNvSpPr/>
          <p:nvPr/>
        </p:nvSpPr>
        <p:spPr>
          <a:xfrm>
            <a:off x="6705124" y="1130300"/>
            <a:ext cx="1410176" cy="1386277"/>
          </a:xfrm>
          <a:prstGeom prst="roundRect">
            <a:avLst>
              <a:gd name="adj" fmla="val 50000"/>
            </a:avLst>
          </a:prstGeom>
          <a:blipFill>
            <a:blip r:embed="rId4"/>
            <a:stretch>
              <a:fillRect/>
            </a:stretch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en-GB" sz="5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DA3351-FD03-FCAA-E49F-D56BA8CC442C}"/>
              </a:ext>
            </a:extLst>
          </p:cNvPr>
          <p:cNvSpPr txBox="1"/>
          <p:nvPr/>
        </p:nvSpPr>
        <p:spPr>
          <a:xfrm>
            <a:off x="6396729" y="1130300"/>
            <a:ext cx="5795271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Активация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11 000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USDT:</a:t>
            </a:r>
          </a:p>
          <a:p>
            <a:pPr algn="ctr"/>
            <a:endParaRPr lang="ru-R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1 место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реферальные </a:t>
            </a:r>
          </a:p>
          <a:p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выплаты:</a:t>
            </a:r>
          </a:p>
          <a:p>
            <a:pPr algn="ctr"/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2 500 </a:t>
            </a:r>
            <a:r>
              <a:rPr lang="en-US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1 линии</a:t>
            </a:r>
          </a:p>
          <a:p>
            <a:pPr algn="ctr"/>
            <a:r>
              <a:rPr lang="ru-RU" sz="2300" dirty="0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1 250 </a:t>
            </a:r>
            <a:r>
              <a:rPr lang="en-US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 2 линии</a:t>
            </a:r>
          </a:p>
          <a:p>
            <a:pPr algn="ctr"/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1 250 </a:t>
            </a:r>
            <a:r>
              <a:rPr lang="en-US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3 линии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клона в 1 уровень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умных клона в 1 уровень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клона во 2 уровень</a:t>
            </a:r>
          </a:p>
          <a:p>
            <a:pPr algn="ctr"/>
            <a:endParaRPr lang="ru-R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место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выплата 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2 500 </a:t>
            </a:r>
            <a:r>
              <a:rPr lang="en-US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  <a:endParaRPr lang="ru-RU" sz="23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3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(остаток 8 500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на переход в 5 уровень)</a:t>
            </a:r>
          </a:p>
          <a:p>
            <a:pPr algn="ctr"/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и 4 места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переход в 5 уровень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8 500 + 22 000 = 30 500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</a:p>
          <a:p>
            <a:endParaRPr lang="ru-R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5" name="Группа 266">
            <a:extLst>
              <a:ext uri="{FF2B5EF4-FFF2-40B4-BE49-F238E27FC236}">
                <a16:creationId xmlns:a16="http://schemas.microsoft.com/office/drawing/2014/main" id="{4690A1B6-9AE3-9AA8-DFB8-114C6A46F8EC}"/>
              </a:ext>
            </a:extLst>
          </p:cNvPr>
          <p:cNvGrpSpPr/>
          <p:nvPr/>
        </p:nvGrpSpPr>
        <p:grpSpPr>
          <a:xfrm>
            <a:off x="250315" y="2160382"/>
            <a:ext cx="5699810" cy="3629030"/>
            <a:chOff x="915594" y="2200534"/>
            <a:chExt cx="5699810" cy="3687083"/>
          </a:xfrm>
        </p:grpSpPr>
        <p:grpSp>
          <p:nvGrpSpPr>
            <p:cNvPr id="57" name="Группа 250">
              <a:extLst>
                <a:ext uri="{FF2B5EF4-FFF2-40B4-BE49-F238E27FC236}">
                  <a16:creationId xmlns:a16="http://schemas.microsoft.com/office/drawing/2014/main" id="{F99F23EC-389B-28DA-0DFF-FD4A1BA08DD7}"/>
                </a:ext>
              </a:extLst>
            </p:cNvPr>
            <p:cNvGrpSpPr/>
            <p:nvPr/>
          </p:nvGrpSpPr>
          <p:grpSpPr>
            <a:xfrm>
              <a:off x="1302571" y="2200534"/>
              <a:ext cx="4989665" cy="1812583"/>
              <a:chOff x="1377430" y="2334298"/>
              <a:chExt cx="5503213" cy="1983413"/>
            </a:xfrm>
          </p:grpSpPr>
          <p:cxnSp>
            <p:nvCxnSpPr>
              <p:cNvPr id="62" name="Соединительная линия уступом 215">
                <a:extLst>
                  <a:ext uri="{FF2B5EF4-FFF2-40B4-BE49-F238E27FC236}">
                    <a16:creationId xmlns:a16="http://schemas.microsoft.com/office/drawing/2014/main" id="{238952EE-D634-D183-C364-0E0B650ACF6F}"/>
                  </a:ext>
                </a:extLst>
              </p:cNvPr>
              <p:cNvCxnSpPr/>
              <p:nvPr/>
            </p:nvCxnSpPr>
            <p:spPr>
              <a:xfrm rot="5400000">
                <a:off x="3031312" y="1665368"/>
                <a:ext cx="395149" cy="1735711"/>
              </a:xfrm>
              <a:prstGeom prst="bentConnector3">
                <a:avLst>
                  <a:gd name="adj1" fmla="val 50000"/>
                </a:avLst>
              </a:prstGeom>
              <a:ln w="28575" cmpd="sng">
                <a:solidFill>
                  <a:schemeClr val="bg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Соединительная линия уступом 221">
                <a:extLst>
                  <a:ext uri="{FF2B5EF4-FFF2-40B4-BE49-F238E27FC236}">
                    <a16:creationId xmlns:a16="http://schemas.microsoft.com/office/drawing/2014/main" id="{30DBBCFB-85A7-6FA4-360F-62BB6F03A845}"/>
                  </a:ext>
                </a:extLst>
              </p:cNvPr>
              <p:cNvCxnSpPr/>
              <p:nvPr/>
            </p:nvCxnSpPr>
            <p:spPr>
              <a:xfrm rot="16200000" flipH="1">
                <a:off x="4770000" y="1664698"/>
                <a:ext cx="396000" cy="1735200"/>
              </a:xfrm>
              <a:prstGeom prst="bentConnector3">
                <a:avLst>
                  <a:gd name="adj1" fmla="val 50000"/>
                </a:avLst>
              </a:prstGeom>
              <a:ln w="28575" cmpd="sng">
                <a:solidFill>
                  <a:schemeClr val="bg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" name="Группа 238">
                <a:extLst>
                  <a:ext uri="{FF2B5EF4-FFF2-40B4-BE49-F238E27FC236}">
                    <a16:creationId xmlns:a16="http://schemas.microsoft.com/office/drawing/2014/main" id="{C1B88B8E-4250-6187-3CE0-020A7446BC68}"/>
                  </a:ext>
                </a:extLst>
              </p:cNvPr>
              <p:cNvGrpSpPr/>
              <p:nvPr/>
            </p:nvGrpSpPr>
            <p:grpSpPr>
              <a:xfrm>
                <a:off x="1377430" y="3930547"/>
                <a:ext cx="2024742" cy="387164"/>
                <a:chOff x="1500596" y="2796077"/>
                <a:chExt cx="1799999" cy="169577"/>
              </a:xfrm>
            </p:grpSpPr>
            <p:cxnSp>
              <p:nvCxnSpPr>
                <p:cNvPr id="68" name="Соединительная линия уступом 232">
                  <a:extLst>
                    <a:ext uri="{FF2B5EF4-FFF2-40B4-BE49-F238E27FC236}">
                      <a16:creationId xmlns:a16="http://schemas.microsoft.com/office/drawing/2014/main" id="{E0F9C78A-7809-E1AB-7D64-D200D9A25D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865818" y="2430877"/>
                  <a:ext cx="169555" cy="900000"/>
                </a:xfrm>
                <a:prstGeom prst="bentConnector3">
                  <a:avLst>
                    <a:gd name="adj1" fmla="val 50000"/>
                  </a:avLst>
                </a:prstGeom>
                <a:ln w="28575" cmpd="sng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Соединительная линия уступом 235">
                  <a:extLst>
                    <a:ext uri="{FF2B5EF4-FFF2-40B4-BE49-F238E27FC236}">
                      <a16:creationId xmlns:a16="http://schemas.microsoft.com/office/drawing/2014/main" id="{A4125758-5619-560E-6B85-966487469934}"/>
                    </a:ext>
                  </a:extLst>
                </p:cNvPr>
                <p:cNvCxnSpPr/>
                <p:nvPr/>
              </p:nvCxnSpPr>
              <p:spPr>
                <a:xfrm rot="16200000" flipH="1">
                  <a:off x="2765818" y="2430854"/>
                  <a:ext cx="169553" cy="900000"/>
                </a:xfrm>
                <a:prstGeom prst="bentConnector3">
                  <a:avLst>
                    <a:gd name="adj1" fmla="val 50000"/>
                  </a:avLst>
                </a:prstGeom>
                <a:ln w="28575" cmpd="sng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5" name="Группа 238">
                <a:extLst>
                  <a:ext uri="{FF2B5EF4-FFF2-40B4-BE49-F238E27FC236}">
                    <a16:creationId xmlns:a16="http://schemas.microsoft.com/office/drawing/2014/main" id="{C12B739F-E91C-ED87-917E-04E6AF53D918}"/>
                  </a:ext>
                </a:extLst>
              </p:cNvPr>
              <p:cNvGrpSpPr/>
              <p:nvPr/>
            </p:nvGrpSpPr>
            <p:grpSpPr>
              <a:xfrm>
                <a:off x="4855901" y="3925798"/>
                <a:ext cx="2024742" cy="387164"/>
                <a:chOff x="1500596" y="2796077"/>
                <a:chExt cx="1799999" cy="169577"/>
              </a:xfrm>
            </p:grpSpPr>
            <p:cxnSp>
              <p:nvCxnSpPr>
                <p:cNvPr id="66" name="Соединительная линия уступом 247">
                  <a:extLst>
                    <a:ext uri="{FF2B5EF4-FFF2-40B4-BE49-F238E27FC236}">
                      <a16:creationId xmlns:a16="http://schemas.microsoft.com/office/drawing/2014/main" id="{2FF1B3B9-858E-5FAC-F4C8-A8D672D3A0A2}"/>
                    </a:ext>
                  </a:extLst>
                </p:cNvPr>
                <p:cNvCxnSpPr/>
                <p:nvPr/>
              </p:nvCxnSpPr>
              <p:spPr>
                <a:xfrm rot="5400000">
                  <a:off x="1865818" y="2430877"/>
                  <a:ext cx="169555" cy="900000"/>
                </a:xfrm>
                <a:prstGeom prst="bentConnector3">
                  <a:avLst>
                    <a:gd name="adj1" fmla="val 50000"/>
                  </a:avLst>
                </a:prstGeom>
                <a:ln w="28575" cmpd="sng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Соединительная линия уступом 248">
                  <a:extLst>
                    <a:ext uri="{FF2B5EF4-FFF2-40B4-BE49-F238E27FC236}">
                      <a16:creationId xmlns:a16="http://schemas.microsoft.com/office/drawing/2014/main" id="{31714EBD-3268-4834-6F1F-B7EFF81F7248}"/>
                    </a:ext>
                  </a:extLst>
                </p:cNvPr>
                <p:cNvCxnSpPr/>
                <p:nvPr/>
              </p:nvCxnSpPr>
              <p:spPr>
                <a:xfrm rot="16200000" flipH="1">
                  <a:off x="2765818" y="2430854"/>
                  <a:ext cx="169553" cy="900000"/>
                </a:xfrm>
                <a:prstGeom prst="bentConnector3">
                  <a:avLst>
                    <a:gd name="adj1" fmla="val 50000"/>
                  </a:avLst>
                </a:prstGeom>
                <a:ln w="28575" cmpd="sng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8" name="6-конечная звезда 261">
              <a:extLst>
                <a:ext uri="{FF2B5EF4-FFF2-40B4-BE49-F238E27FC236}">
                  <a16:creationId xmlns:a16="http://schemas.microsoft.com/office/drawing/2014/main" id="{CCC9DDE1-7113-D42F-B283-DCF071F21BD2}"/>
                </a:ext>
              </a:extLst>
            </p:cNvPr>
            <p:cNvSpPr/>
            <p:nvPr/>
          </p:nvSpPr>
          <p:spPr>
            <a:xfrm>
              <a:off x="915594" y="5223765"/>
              <a:ext cx="606490" cy="634482"/>
            </a:xfrm>
            <a:prstGeom prst="star6">
              <a:avLst/>
            </a:prstGeom>
            <a:gradFill>
              <a:gsLst>
                <a:gs pos="34000">
                  <a:srgbClr val="FFFF00"/>
                </a:gs>
                <a:gs pos="84000">
                  <a:srgbClr val="FF9933"/>
                </a:gs>
              </a:gsLst>
              <a:lin ang="5400000" scaled="0"/>
            </a:gra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59" name="6-конечная звезда 262">
              <a:extLst>
                <a:ext uri="{FF2B5EF4-FFF2-40B4-BE49-F238E27FC236}">
                  <a16:creationId xmlns:a16="http://schemas.microsoft.com/office/drawing/2014/main" id="{8C4FD473-7C18-909F-C1AE-CD99C013C8DD}"/>
                </a:ext>
              </a:extLst>
            </p:cNvPr>
            <p:cNvSpPr/>
            <p:nvPr/>
          </p:nvSpPr>
          <p:spPr>
            <a:xfrm>
              <a:off x="2830286" y="5228252"/>
              <a:ext cx="606490" cy="634482"/>
            </a:xfrm>
            <a:prstGeom prst="star6">
              <a:avLst/>
            </a:prstGeom>
            <a:gradFill>
              <a:gsLst>
                <a:gs pos="34000">
                  <a:srgbClr val="FFFF00"/>
                </a:gs>
                <a:gs pos="84000">
                  <a:srgbClr val="FF9933"/>
                </a:gs>
              </a:gsLst>
              <a:lin ang="5400000" scaled="0"/>
            </a:gra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  <p:sp>
          <p:nvSpPr>
            <p:cNvPr id="60" name="6-конечная звезда 263">
              <a:extLst>
                <a:ext uri="{FF2B5EF4-FFF2-40B4-BE49-F238E27FC236}">
                  <a16:creationId xmlns:a16="http://schemas.microsoft.com/office/drawing/2014/main" id="{917AD14B-EDCA-F2AC-5E42-CCD62A828809}"/>
                </a:ext>
              </a:extLst>
            </p:cNvPr>
            <p:cNvSpPr/>
            <p:nvPr/>
          </p:nvSpPr>
          <p:spPr>
            <a:xfrm>
              <a:off x="4181341" y="5228252"/>
              <a:ext cx="606490" cy="634482"/>
            </a:xfrm>
            <a:prstGeom prst="star6">
              <a:avLst/>
            </a:prstGeom>
            <a:gradFill>
              <a:gsLst>
                <a:gs pos="34000">
                  <a:srgbClr val="FFFF00"/>
                </a:gs>
                <a:gs pos="84000">
                  <a:srgbClr val="FF9933"/>
                </a:gs>
              </a:gsLst>
              <a:lin ang="5400000" scaled="0"/>
            </a:gra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</a:p>
          </p:txBody>
        </p:sp>
        <p:sp>
          <p:nvSpPr>
            <p:cNvPr id="61" name="6-конечная звезда 264">
              <a:extLst>
                <a:ext uri="{FF2B5EF4-FFF2-40B4-BE49-F238E27FC236}">
                  <a16:creationId xmlns:a16="http://schemas.microsoft.com/office/drawing/2014/main" id="{586C900A-373A-D4BA-2A0C-8A78A5AAA79D}"/>
                </a:ext>
              </a:extLst>
            </p:cNvPr>
            <p:cNvSpPr/>
            <p:nvPr/>
          </p:nvSpPr>
          <p:spPr>
            <a:xfrm>
              <a:off x="6008914" y="5253135"/>
              <a:ext cx="606490" cy="634482"/>
            </a:xfrm>
            <a:prstGeom prst="star6">
              <a:avLst/>
            </a:prstGeom>
            <a:gradFill>
              <a:gsLst>
                <a:gs pos="34000">
                  <a:srgbClr val="FFFF00"/>
                </a:gs>
                <a:gs pos="84000">
                  <a:srgbClr val="FF9933"/>
                </a:gs>
              </a:gsLst>
              <a:lin ang="5400000" scaled="0"/>
            </a:gra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</a:p>
          </p:txBody>
        </p:sp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16BE2A10-70E5-8EC3-68F9-1E25AE363B9A}"/>
              </a:ext>
            </a:extLst>
          </p:cNvPr>
          <p:cNvGrpSpPr/>
          <p:nvPr/>
        </p:nvGrpSpPr>
        <p:grpSpPr>
          <a:xfrm>
            <a:off x="796371" y="2394416"/>
            <a:ext cx="1480297" cy="1411002"/>
            <a:chOff x="796371" y="2394416"/>
            <a:chExt cx="1480297" cy="1411002"/>
          </a:xfrm>
        </p:grpSpPr>
        <p:grpSp>
          <p:nvGrpSpPr>
            <p:cNvPr id="71" name="Группа 70">
              <a:extLst>
                <a:ext uri="{FF2B5EF4-FFF2-40B4-BE49-F238E27FC236}">
                  <a16:creationId xmlns:a16="http://schemas.microsoft.com/office/drawing/2014/main" id="{289CE514-D92E-D116-5596-9FD6B6F34399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73" name="Рисунок 72">
                <a:extLst>
                  <a:ext uri="{FF2B5EF4-FFF2-40B4-BE49-F238E27FC236}">
                    <a16:creationId xmlns:a16="http://schemas.microsoft.com/office/drawing/2014/main" id="{649CD19C-F51C-D287-C588-7DBA0B9AA5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74" name="Рисунок 73">
                <a:extLst>
                  <a:ext uri="{FF2B5EF4-FFF2-40B4-BE49-F238E27FC236}">
                    <a16:creationId xmlns:a16="http://schemas.microsoft.com/office/drawing/2014/main" id="{257B7EA3-9DFF-C953-B54F-AA171EF20B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72" name="Круг: прозрачная заливка 71">
              <a:extLst>
                <a:ext uri="{FF2B5EF4-FFF2-40B4-BE49-F238E27FC236}">
                  <a16:creationId xmlns:a16="http://schemas.microsoft.com/office/drawing/2014/main" id="{9FE18220-4978-C8C1-5624-349684003536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F42A4FAF-22A7-34FF-2E6D-8EDE3B53DA8D}"/>
              </a:ext>
            </a:extLst>
          </p:cNvPr>
          <p:cNvGrpSpPr/>
          <p:nvPr/>
        </p:nvGrpSpPr>
        <p:grpSpPr>
          <a:xfrm>
            <a:off x="3943595" y="2406889"/>
            <a:ext cx="1480297" cy="1411002"/>
            <a:chOff x="796371" y="2394416"/>
            <a:chExt cx="1480297" cy="1411002"/>
          </a:xfrm>
        </p:grpSpPr>
        <p:grpSp>
          <p:nvGrpSpPr>
            <p:cNvPr id="76" name="Группа 75">
              <a:extLst>
                <a:ext uri="{FF2B5EF4-FFF2-40B4-BE49-F238E27FC236}">
                  <a16:creationId xmlns:a16="http://schemas.microsoft.com/office/drawing/2014/main" id="{6320C560-65E6-2DBA-B5BE-D6052137A65D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78" name="Рисунок 77">
                <a:extLst>
                  <a:ext uri="{FF2B5EF4-FFF2-40B4-BE49-F238E27FC236}">
                    <a16:creationId xmlns:a16="http://schemas.microsoft.com/office/drawing/2014/main" id="{C1E1F850-040C-AF24-413B-92DAA6ADA3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79" name="Рисунок 78">
                <a:extLst>
                  <a:ext uri="{FF2B5EF4-FFF2-40B4-BE49-F238E27FC236}">
                    <a16:creationId xmlns:a16="http://schemas.microsoft.com/office/drawing/2014/main" id="{433301AD-C37F-10CC-D363-CC14BC31BF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77" name="Круг: прозрачная заливка 76">
              <a:extLst>
                <a:ext uri="{FF2B5EF4-FFF2-40B4-BE49-F238E27FC236}">
                  <a16:creationId xmlns:a16="http://schemas.microsoft.com/office/drawing/2014/main" id="{F797AF2B-EE73-67DF-DC80-309211BB5991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88DB892B-0C16-A6A3-80A8-DEADD811DA93}"/>
              </a:ext>
            </a:extLst>
          </p:cNvPr>
          <p:cNvGrpSpPr/>
          <p:nvPr/>
        </p:nvGrpSpPr>
        <p:grpSpPr>
          <a:xfrm>
            <a:off x="2362695" y="864327"/>
            <a:ext cx="1480297" cy="1411002"/>
            <a:chOff x="796371" y="2394416"/>
            <a:chExt cx="1480297" cy="1411002"/>
          </a:xfrm>
        </p:grpSpPr>
        <p:grpSp>
          <p:nvGrpSpPr>
            <p:cNvPr id="81" name="Группа 80">
              <a:extLst>
                <a:ext uri="{FF2B5EF4-FFF2-40B4-BE49-F238E27FC236}">
                  <a16:creationId xmlns:a16="http://schemas.microsoft.com/office/drawing/2014/main" id="{719E2BCB-F3DC-FB72-0445-6E0862043213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83" name="Рисунок 82">
                <a:extLst>
                  <a:ext uri="{FF2B5EF4-FFF2-40B4-BE49-F238E27FC236}">
                    <a16:creationId xmlns:a16="http://schemas.microsoft.com/office/drawing/2014/main" id="{753C6EE4-56C7-DA8D-2261-0D852EB269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84" name="Рисунок 83">
                <a:extLst>
                  <a:ext uri="{FF2B5EF4-FFF2-40B4-BE49-F238E27FC236}">
                    <a16:creationId xmlns:a16="http://schemas.microsoft.com/office/drawing/2014/main" id="{56FFA568-6F09-20BC-653C-C0D56B76CC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82" name="Круг: прозрачная заливка 81">
              <a:extLst>
                <a:ext uri="{FF2B5EF4-FFF2-40B4-BE49-F238E27FC236}">
                  <a16:creationId xmlns:a16="http://schemas.microsoft.com/office/drawing/2014/main" id="{F70216BB-CC25-C4E7-CECA-CCCBFA2B5DC0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85" name="Группа 84">
            <a:extLst>
              <a:ext uri="{FF2B5EF4-FFF2-40B4-BE49-F238E27FC236}">
                <a16:creationId xmlns:a16="http://schemas.microsoft.com/office/drawing/2014/main" id="{8A0B1CE4-32EF-E22A-A9EB-D1D671D57E49}"/>
              </a:ext>
            </a:extLst>
          </p:cNvPr>
          <p:cNvGrpSpPr/>
          <p:nvPr/>
        </p:nvGrpSpPr>
        <p:grpSpPr>
          <a:xfrm>
            <a:off x="-94185" y="3838578"/>
            <a:ext cx="1480297" cy="1411002"/>
            <a:chOff x="796371" y="2394416"/>
            <a:chExt cx="1480297" cy="1411002"/>
          </a:xfrm>
        </p:grpSpPr>
        <p:grpSp>
          <p:nvGrpSpPr>
            <p:cNvPr id="86" name="Группа 85">
              <a:extLst>
                <a:ext uri="{FF2B5EF4-FFF2-40B4-BE49-F238E27FC236}">
                  <a16:creationId xmlns:a16="http://schemas.microsoft.com/office/drawing/2014/main" id="{0F709DC4-BEC4-9EE6-72DB-20CB909466EF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88" name="Рисунок 87">
                <a:extLst>
                  <a:ext uri="{FF2B5EF4-FFF2-40B4-BE49-F238E27FC236}">
                    <a16:creationId xmlns:a16="http://schemas.microsoft.com/office/drawing/2014/main" id="{E2407690-885A-70F7-1E2F-089107490D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89" name="Рисунок 88">
                <a:extLst>
                  <a:ext uri="{FF2B5EF4-FFF2-40B4-BE49-F238E27FC236}">
                    <a16:creationId xmlns:a16="http://schemas.microsoft.com/office/drawing/2014/main" id="{E104B776-32FC-2DAC-4C23-BBCE7B56FB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87" name="Круг: прозрачная заливка 86">
              <a:extLst>
                <a:ext uri="{FF2B5EF4-FFF2-40B4-BE49-F238E27FC236}">
                  <a16:creationId xmlns:a16="http://schemas.microsoft.com/office/drawing/2014/main" id="{A80F716D-0EB7-E320-D34D-01752BDC64D9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0" name="Группа 89">
            <a:extLst>
              <a:ext uri="{FF2B5EF4-FFF2-40B4-BE49-F238E27FC236}">
                <a16:creationId xmlns:a16="http://schemas.microsoft.com/office/drawing/2014/main" id="{F2C2BCA3-E2CE-08D7-CA16-3956C1A3E5C4}"/>
              </a:ext>
            </a:extLst>
          </p:cNvPr>
          <p:cNvGrpSpPr/>
          <p:nvPr/>
        </p:nvGrpSpPr>
        <p:grpSpPr>
          <a:xfrm>
            <a:off x="1732762" y="3848388"/>
            <a:ext cx="1480297" cy="1411002"/>
            <a:chOff x="796371" y="2394416"/>
            <a:chExt cx="1480297" cy="1411002"/>
          </a:xfrm>
        </p:grpSpPr>
        <p:grpSp>
          <p:nvGrpSpPr>
            <p:cNvPr id="91" name="Группа 90">
              <a:extLst>
                <a:ext uri="{FF2B5EF4-FFF2-40B4-BE49-F238E27FC236}">
                  <a16:creationId xmlns:a16="http://schemas.microsoft.com/office/drawing/2014/main" id="{1471BA4C-4B50-9C3F-5F92-33895C962249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93" name="Рисунок 92">
                <a:extLst>
                  <a:ext uri="{FF2B5EF4-FFF2-40B4-BE49-F238E27FC236}">
                    <a16:creationId xmlns:a16="http://schemas.microsoft.com/office/drawing/2014/main" id="{AD838A3D-593D-5763-6A2A-5A88B7BC36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94" name="Рисунок 93">
                <a:extLst>
                  <a:ext uri="{FF2B5EF4-FFF2-40B4-BE49-F238E27FC236}">
                    <a16:creationId xmlns:a16="http://schemas.microsoft.com/office/drawing/2014/main" id="{315E1777-1F49-12B5-EC7F-98922E0E27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92" name="Круг: прозрачная заливка 91">
              <a:extLst>
                <a:ext uri="{FF2B5EF4-FFF2-40B4-BE49-F238E27FC236}">
                  <a16:creationId xmlns:a16="http://schemas.microsoft.com/office/drawing/2014/main" id="{B9ADA0A4-C61C-3E04-453F-E603488E5560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5" name="Группа 94">
            <a:extLst>
              <a:ext uri="{FF2B5EF4-FFF2-40B4-BE49-F238E27FC236}">
                <a16:creationId xmlns:a16="http://schemas.microsoft.com/office/drawing/2014/main" id="{19FC0DA6-9C4F-AF93-4E91-75B126686CC7}"/>
              </a:ext>
            </a:extLst>
          </p:cNvPr>
          <p:cNvGrpSpPr/>
          <p:nvPr/>
        </p:nvGrpSpPr>
        <p:grpSpPr>
          <a:xfrm>
            <a:off x="3056919" y="3835687"/>
            <a:ext cx="1480297" cy="1411002"/>
            <a:chOff x="796371" y="2394416"/>
            <a:chExt cx="1480297" cy="1411002"/>
          </a:xfrm>
        </p:grpSpPr>
        <p:grpSp>
          <p:nvGrpSpPr>
            <p:cNvPr id="96" name="Группа 95">
              <a:extLst>
                <a:ext uri="{FF2B5EF4-FFF2-40B4-BE49-F238E27FC236}">
                  <a16:creationId xmlns:a16="http://schemas.microsoft.com/office/drawing/2014/main" id="{FCE9CEA1-7B9A-233F-3F79-2263A0F01C4D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98" name="Рисунок 97">
                <a:extLst>
                  <a:ext uri="{FF2B5EF4-FFF2-40B4-BE49-F238E27FC236}">
                    <a16:creationId xmlns:a16="http://schemas.microsoft.com/office/drawing/2014/main" id="{69E731C4-CD1D-B5B9-5ED0-B1BD98A721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99" name="Рисунок 98">
                <a:extLst>
                  <a:ext uri="{FF2B5EF4-FFF2-40B4-BE49-F238E27FC236}">
                    <a16:creationId xmlns:a16="http://schemas.microsoft.com/office/drawing/2014/main" id="{877A39CF-2228-4830-058B-862F611347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97" name="Круг: прозрачная заливка 96">
              <a:extLst>
                <a:ext uri="{FF2B5EF4-FFF2-40B4-BE49-F238E27FC236}">
                  <a16:creationId xmlns:a16="http://schemas.microsoft.com/office/drawing/2014/main" id="{534D72FC-92E3-6320-7F72-2C1A49E951AB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id="{614115E6-3934-7BF6-7D3C-B17E2ECB424C}"/>
              </a:ext>
            </a:extLst>
          </p:cNvPr>
          <p:cNvGrpSpPr/>
          <p:nvPr/>
        </p:nvGrpSpPr>
        <p:grpSpPr>
          <a:xfrm>
            <a:off x="4886808" y="3848388"/>
            <a:ext cx="1480297" cy="1411002"/>
            <a:chOff x="796371" y="2394416"/>
            <a:chExt cx="1480297" cy="1411002"/>
          </a:xfrm>
        </p:grpSpPr>
        <p:grpSp>
          <p:nvGrpSpPr>
            <p:cNvPr id="101" name="Группа 100">
              <a:extLst>
                <a:ext uri="{FF2B5EF4-FFF2-40B4-BE49-F238E27FC236}">
                  <a16:creationId xmlns:a16="http://schemas.microsoft.com/office/drawing/2014/main" id="{59E9872B-06A8-A430-2090-FBA014BB6B1F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103" name="Рисунок 102">
                <a:extLst>
                  <a:ext uri="{FF2B5EF4-FFF2-40B4-BE49-F238E27FC236}">
                    <a16:creationId xmlns:a16="http://schemas.microsoft.com/office/drawing/2014/main" id="{E72A7386-BEC5-30AD-1A49-3C3D2BD7F7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104" name="Рисунок 103">
                <a:extLst>
                  <a:ext uri="{FF2B5EF4-FFF2-40B4-BE49-F238E27FC236}">
                    <a16:creationId xmlns:a16="http://schemas.microsoft.com/office/drawing/2014/main" id="{2F9CFAC6-A0C1-8C73-F316-738ED1470C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102" name="Круг: прозрачная заливка 101">
              <a:extLst>
                <a:ext uri="{FF2B5EF4-FFF2-40B4-BE49-F238E27FC236}">
                  <a16:creationId xmlns:a16="http://schemas.microsoft.com/office/drawing/2014/main" id="{3E0E506E-B322-1995-1C2B-3DC661BAB7AF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4705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02C520-3646-FB6C-F129-2EA9B1D4C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48">
            <a:extLst>
              <a:ext uri="{FF2B5EF4-FFF2-40B4-BE49-F238E27FC236}">
                <a16:creationId xmlns:a16="http://schemas.microsoft.com/office/drawing/2014/main" id="{B5585EFD-504F-25AB-8F6E-825BB21A7824}"/>
              </a:ext>
            </a:extLst>
          </p:cNvPr>
          <p:cNvSpPr/>
          <p:nvPr/>
        </p:nvSpPr>
        <p:spPr>
          <a:xfrm>
            <a:off x="-746917" y="-16868"/>
            <a:ext cx="3675299" cy="1469562"/>
          </a:xfrm>
          <a:prstGeom prst="roundRect">
            <a:avLst>
              <a:gd name="adj" fmla="val 50000"/>
            </a:avLst>
          </a:prstGeom>
          <a:blipFill>
            <a:blip r:embed="rId4"/>
            <a:stretch>
              <a:fillRect/>
            </a:stretch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3EC4E-D24B-04BB-38C1-870D38BC14C8}"/>
              </a:ext>
            </a:extLst>
          </p:cNvPr>
          <p:cNvSpPr txBox="1"/>
          <p:nvPr/>
        </p:nvSpPr>
        <p:spPr>
          <a:xfrm>
            <a:off x="1652751" y="-28844"/>
            <a:ext cx="29673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Уровень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58DCDF6-A3BB-BF09-ED6A-52AD5989C1DE}"/>
              </a:ext>
            </a:extLst>
          </p:cNvPr>
          <p:cNvGrpSpPr/>
          <p:nvPr/>
        </p:nvGrpSpPr>
        <p:grpSpPr>
          <a:xfrm>
            <a:off x="3218242" y="1290212"/>
            <a:ext cx="2964840" cy="5384648"/>
            <a:chOff x="3218242" y="1290212"/>
            <a:chExt cx="2964840" cy="5384648"/>
          </a:xfrm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9A0252EA-5EDA-92D1-F068-6ECA2C4A78CE}"/>
                </a:ext>
              </a:extLst>
            </p:cNvPr>
            <p:cNvSpPr/>
            <p:nvPr/>
          </p:nvSpPr>
          <p:spPr>
            <a:xfrm>
              <a:off x="3491576" y="6180914"/>
              <a:ext cx="2569580" cy="493946"/>
            </a:xfrm>
            <a:prstGeom prst="roundRect">
              <a:avLst/>
            </a:prstGeom>
            <a:gradFill>
              <a:gsLst>
                <a:gs pos="96000">
                  <a:srgbClr val="FF6600"/>
                </a:gs>
                <a:gs pos="64000">
                  <a:srgbClr val="FF9933"/>
                </a:gs>
                <a:gs pos="10000">
                  <a:srgbClr val="FFC000"/>
                </a:gs>
              </a:gsLst>
              <a:lin ang="5400000" scaled="0"/>
            </a:gra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499F2A7D-B8DC-D046-F3CE-D6982BC6249E}"/>
                </a:ext>
              </a:extLst>
            </p:cNvPr>
            <p:cNvGrpSpPr/>
            <p:nvPr/>
          </p:nvGrpSpPr>
          <p:grpSpPr>
            <a:xfrm>
              <a:off x="3218242" y="1290212"/>
              <a:ext cx="2964840" cy="5368507"/>
              <a:chOff x="3218242" y="1290212"/>
              <a:chExt cx="2964840" cy="5368507"/>
            </a:xfrm>
          </p:grpSpPr>
          <p:sp>
            <p:nvSpPr>
              <p:cNvPr id="7" name="Правая фигурная скобка 6">
                <a:extLst>
                  <a:ext uri="{FF2B5EF4-FFF2-40B4-BE49-F238E27FC236}">
                    <a16:creationId xmlns:a16="http://schemas.microsoft.com/office/drawing/2014/main" id="{EBC2D6AB-80D4-42F9-75B8-53D57E3822A3}"/>
                  </a:ext>
                </a:extLst>
              </p:cNvPr>
              <p:cNvSpPr/>
              <p:nvPr/>
            </p:nvSpPr>
            <p:spPr>
              <a:xfrm rot="5400000">
                <a:off x="4438417" y="4367205"/>
                <a:ext cx="524489" cy="2964840"/>
              </a:xfrm>
              <a:prstGeom prst="rightBrac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785067-E476-7D52-D800-5F182DCDD7E4}"/>
                  </a:ext>
                </a:extLst>
              </p:cNvPr>
              <p:cNvSpPr txBox="1"/>
              <p:nvPr/>
            </p:nvSpPr>
            <p:spPr>
              <a:xfrm>
                <a:off x="3461079" y="6197054"/>
                <a:ext cx="25507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61 0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00 USDT</a:t>
                </a:r>
                <a:endParaRPr lang="ru-RU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D6ED5C82-AF38-C391-C619-A872B0F88275}"/>
                  </a:ext>
                </a:extLst>
              </p:cNvPr>
              <p:cNvSpPr/>
              <p:nvPr/>
            </p:nvSpPr>
            <p:spPr>
              <a:xfrm>
                <a:off x="3800301" y="1290212"/>
                <a:ext cx="2324800" cy="523220"/>
              </a:xfrm>
              <a:prstGeom prst="rect">
                <a:avLst/>
              </a:prstGeom>
              <a:gradFill>
                <a:gsLst>
                  <a:gs pos="96000">
                    <a:srgbClr val="FF6600"/>
                  </a:gs>
                  <a:gs pos="64000">
                    <a:srgbClr val="FF9933"/>
                  </a:gs>
                  <a:gs pos="10000">
                    <a:srgbClr val="FFC000"/>
                  </a:gs>
                </a:gsLst>
                <a:lin ang="5400000" scaled="0"/>
              </a:gra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ru-RU" sz="28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30 500 </a:t>
                </a:r>
                <a:r>
                  <a:rPr lang="en-US" sz="28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USDT </a:t>
                </a:r>
                <a:endParaRPr lang="ru-RU" sz="2800" b="1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0" name="Graphic 10">
            <a:extLst>
              <a:ext uri="{FF2B5EF4-FFF2-40B4-BE49-F238E27FC236}">
                <a16:creationId xmlns:a16="http://schemas.microsoft.com/office/drawing/2014/main" id="{48B3252E-8882-561B-59F8-83C5C7327006}"/>
              </a:ext>
            </a:extLst>
          </p:cNvPr>
          <p:cNvSpPr/>
          <p:nvPr/>
        </p:nvSpPr>
        <p:spPr>
          <a:xfrm rot="5400000">
            <a:off x="6307817" y="783322"/>
            <a:ext cx="5994404" cy="5773960"/>
          </a:xfrm>
          <a:custGeom>
            <a:avLst/>
            <a:gdLst>
              <a:gd name="connsiteX0" fmla="*/ 5753100 w 5753100"/>
              <a:gd name="connsiteY0" fmla="*/ 474345 h 5753100"/>
              <a:gd name="connsiteX1" fmla="*/ 5753100 w 5753100"/>
              <a:gd name="connsiteY1" fmla="*/ 5278755 h 5753100"/>
              <a:gd name="connsiteX2" fmla="*/ 5278755 w 5753100"/>
              <a:gd name="connsiteY2" fmla="*/ 5753100 h 5753100"/>
              <a:gd name="connsiteX3" fmla="*/ 2318385 w 5753100"/>
              <a:gd name="connsiteY3" fmla="*/ 5753100 h 5753100"/>
              <a:gd name="connsiteX4" fmla="*/ 1844040 w 5753100"/>
              <a:gd name="connsiteY4" fmla="*/ 5278755 h 5753100"/>
              <a:gd name="connsiteX5" fmla="*/ 1844040 w 5753100"/>
              <a:gd name="connsiteY5" fmla="*/ 4386263 h 5753100"/>
              <a:gd name="connsiteX6" fmla="*/ 1369695 w 5753100"/>
              <a:gd name="connsiteY6" fmla="*/ 3910013 h 5753100"/>
              <a:gd name="connsiteX7" fmla="*/ 474345 w 5753100"/>
              <a:gd name="connsiteY7" fmla="*/ 3910013 h 5753100"/>
              <a:gd name="connsiteX8" fmla="*/ 0 w 5753100"/>
              <a:gd name="connsiteY8" fmla="*/ 3435668 h 5753100"/>
              <a:gd name="connsiteX9" fmla="*/ 0 w 5753100"/>
              <a:gd name="connsiteY9" fmla="*/ 474345 h 5753100"/>
              <a:gd name="connsiteX10" fmla="*/ 474345 w 5753100"/>
              <a:gd name="connsiteY10" fmla="*/ 0 h 5753100"/>
              <a:gd name="connsiteX11" fmla="*/ 5278755 w 5753100"/>
              <a:gd name="connsiteY11" fmla="*/ 0 h 5753100"/>
              <a:gd name="connsiteX12" fmla="*/ 5753100 w 5753100"/>
              <a:gd name="connsiteY12" fmla="*/ 474345 h 575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753100" h="5753100">
                <a:moveTo>
                  <a:pt x="5753100" y="474345"/>
                </a:moveTo>
                <a:lnTo>
                  <a:pt x="5753100" y="5278755"/>
                </a:lnTo>
                <a:cubicBezTo>
                  <a:pt x="5753100" y="5540693"/>
                  <a:pt x="5540693" y="5753100"/>
                  <a:pt x="5278755" y="5753100"/>
                </a:cubicBezTo>
                <a:lnTo>
                  <a:pt x="2318385" y="5753100"/>
                </a:lnTo>
                <a:cubicBezTo>
                  <a:pt x="2056448" y="5753100"/>
                  <a:pt x="1844040" y="5540693"/>
                  <a:pt x="1844040" y="5278755"/>
                </a:cubicBezTo>
                <a:lnTo>
                  <a:pt x="1844040" y="4386263"/>
                </a:lnTo>
                <a:cubicBezTo>
                  <a:pt x="1844040" y="4123373"/>
                  <a:pt x="1631633" y="3910965"/>
                  <a:pt x="1369695" y="3910013"/>
                </a:cubicBezTo>
                <a:lnTo>
                  <a:pt x="474345" y="3910013"/>
                </a:lnTo>
                <a:cubicBezTo>
                  <a:pt x="212408" y="3910013"/>
                  <a:pt x="0" y="3697605"/>
                  <a:pt x="0" y="3435668"/>
                </a:cubicBezTo>
                <a:lnTo>
                  <a:pt x="0" y="474345"/>
                </a:lnTo>
                <a:cubicBezTo>
                  <a:pt x="0" y="212408"/>
                  <a:pt x="212408" y="0"/>
                  <a:pt x="474345" y="0"/>
                </a:cubicBezTo>
                <a:lnTo>
                  <a:pt x="5278755" y="0"/>
                </a:lnTo>
                <a:cubicBezTo>
                  <a:pt x="5540693" y="0"/>
                  <a:pt x="5753100" y="212408"/>
                  <a:pt x="5753100" y="474345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51" name="Rectangle: Rounded Corners 33">
            <a:extLst>
              <a:ext uri="{FF2B5EF4-FFF2-40B4-BE49-F238E27FC236}">
                <a16:creationId xmlns:a16="http://schemas.microsoft.com/office/drawing/2014/main" id="{72B89A71-76AD-8861-5ADF-B3819B3E05E6}"/>
              </a:ext>
            </a:extLst>
          </p:cNvPr>
          <p:cNvSpPr/>
          <p:nvPr/>
        </p:nvSpPr>
        <p:spPr>
          <a:xfrm>
            <a:off x="6531726" y="925076"/>
            <a:ext cx="1544696" cy="1469340"/>
          </a:xfrm>
          <a:prstGeom prst="roundRect">
            <a:avLst>
              <a:gd name="adj" fmla="val 50000"/>
            </a:avLst>
          </a:prstGeom>
          <a:blipFill>
            <a:blip r:embed="rId4"/>
            <a:stretch>
              <a:fillRect/>
            </a:stretch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en-GB" sz="5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494906-6782-C4BF-0361-5A1307F09889}"/>
              </a:ext>
            </a:extLst>
          </p:cNvPr>
          <p:cNvSpPr txBox="1"/>
          <p:nvPr/>
        </p:nvSpPr>
        <p:spPr>
          <a:xfrm>
            <a:off x="6396729" y="743075"/>
            <a:ext cx="5795271" cy="6417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Активация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30 500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USDT:</a:t>
            </a:r>
          </a:p>
          <a:p>
            <a:pPr algn="ctr"/>
            <a:endParaRPr lang="ru-R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1 место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реферальные </a:t>
            </a:r>
          </a:p>
          <a:p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выплаты:</a:t>
            </a:r>
          </a:p>
          <a:p>
            <a:pPr algn="ctr"/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6 750 </a:t>
            </a:r>
            <a:r>
              <a:rPr lang="en-US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1 линии</a:t>
            </a:r>
          </a:p>
          <a:p>
            <a:pPr algn="ctr"/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3 375 </a:t>
            </a:r>
            <a:r>
              <a:rPr lang="en-US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 2 линии</a:t>
            </a:r>
          </a:p>
          <a:p>
            <a:pPr algn="ctr"/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3 375 </a:t>
            </a:r>
            <a:r>
              <a:rPr lang="en-US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3 линии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клонов в 1 уровень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умных клона в 1 уровень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клона во 2 уровень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клона в 3 уровень</a:t>
            </a:r>
          </a:p>
          <a:p>
            <a:pPr algn="ctr"/>
            <a:endParaRPr lang="ru-R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место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выплата 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5 500 </a:t>
            </a:r>
            <a:r>
              <a:rPr lang="en-US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  <a:endParaRPr lang="ru-RU" sz="23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 (остаток 25 000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на переход в 6 уровень)</a:t>
            </a:r>
          </a:p>
          <a:p>
            <a:pPr algn="ctr"/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и 4 места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переход в 6 уровень</a:t>
            </a:r>
          </a:p>
          <a:p>
            <a:pPr algn="ctr"/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25 000 + 61 000 = 86 000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</a:p>
          <a:p>
            <a:endParaRPr lang="ru-R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5" name="Группа 266">
            <a:extLst>
              <a:ext uri="{FF2B5EF4-FFF2-40B4-BE49-F238E27FC236}">
                <a16:creationId xmlns:a16="http://schemas.microsoft.com/office/drawing/2014/main" id="{62FE96BC-A46F-9FDA-1E71-440C6568D5FD}"/>
              </a:ext>
            </a:extLst>
          </p:cNvPr>
          <p:cNvGrpSpPr/>
          <p:nvPr/>
        </p:nvGrpSpPr>
        <p:grpSpPr>
          <a:xfrm>
            <a:off x="250315" y="2160382"/>
            <a:ext cx="5699810" cy="3629030"/>
            <a:chOff x="915594" y="2200534"/>
            <a:chExt cx="5699810" cy="3687083"/>
          </a:xfrm>
        </p:grpSpPr>
        <p:grpSp>
          <p:nvGrpSpPr>
            <p:cNvPr id="57" name="Группа 250">
              <a:extLst>
                <a:ext uri="{FF2B5EF4-FFF2-40B4-BE49-F238E27FC236}">
                  <a16:creationId xmlns:a16="http://schemas.microsoft.com/office/drawing/2014/main" id="{5EAEA93F-D801-E1DA-7665-64A0B9CA3857}"/>
                </a:ext>
              </a:extLst>
            </p:cNvPr>
            <p:cNvGrpSpPr/>
            <p:nvPr/>
          </p:nvGrpSpPr>
          <p:grpSpPr>
            <a:xfrm>
              <a:off x="1302571" y="2200534"/>
              <a:ext cx="4989665" cy="1812583"/>
              <a:chOff x="1377430" y="2334298"/>
              <a:chExt cx="5503213" cy="1983413"/>
            </a:xfrm>
          </p:grpSpPr>
          <p:cxnSp>
            <p:nvCxnSpPr>
              <p:cNvPr id="62" name="Соединительная линия уступом 215">
                <a:extLst>
                  <a:ext uri="{FF2B5EF4-FFF2-40B4-BE49-F238E27FC236}">
                    <a16:creationId xmlns:a16="http://schemas.microsoft.com/office/drawing/2014/main" id="{637D5E82-F087-57E7-872B-97BB22FA4B9C}"/>
                  </a:ext>
                </a:extLst>
              </p:cNvPr>
              <p:cNvCxnSpPr/>
              <p:nvPr/>
            </p:nvCxnSpPr>
            <p:spPr>
              <a:xfrm rot="5400000">
                <a:off x="3031312" y="1665368"/>
                <a:ext cx="395149" cy="1735711"/>
              </a:xfrm>
              <a:prstGeom prst="bentConnector3">
                <a:avLst>
                  <a:gd name="adj1" fmla="val 50000"/>
                </a:avLst>
              </a:prstGeom>
              <a:ln w="28575" cmpd="sng">
                <a:solidFill>
                  <a:schemeClr val="bg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Соединительная линия уступом 221">
                <a:extLst>
                  <a:ext uri="{FF2B5EF4-FFF2-40B4-BE49-F238E27FC236}">
                    <a16:creationId xmlns:a16="http://schemas.microsoft.com/office/drawing/2014/main" id="{684A11DF-B2DD-7ED3-D99D-479A8E82646D}"/>
                  </a:ext>
                </a:extLst>
              </p:cNvPr>
              <p:cNvCxnSpPr/>
              <p:nvPr/>
            </p:nvCxnSpPr>
            <p:spPr>
              <a:xfrm rot="16200000" flipH="1">
                <a:off x="4770000" y="1664698"/>
                <a:ext cx="396000" cy="1735200"/>
              </a:xfrm>
              <a:prstGeom prst="bentConnector3">
                <a:avLst>
                  <a:gd name="adj1" fmla="val 50000"/>
                </a:avLst>
              </a:prstGeom>
              <a:ln w="28575" cmpd="sng">
                <a:solidFill>
                  <a:schemeClr val="bg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" name="Группа 238">
                <a:extLst>
                  <a:ext uri="{FF2B5EF4-FFF2-40B4-BE49-F238E27FC236}">
                    <a16:creationId xmlns:a16="http://schemas.microsoft.com/office/drawing/2014/main" id="{7665ADDD-B311-4D34-C621-AB5F124962FF}"/>
                  </a:ext>
                </a:extLst>
              </p:cNvPr>
              <p:cNvGrpSpPr/>
              <p:nvPr/>
            </p:nvGrpSpPr>
            <p:grpSpPr>
              <a:xfrm>
                <a:off x="1377430" y="3930547"/>
                <a:ext cx="2024742" cy="387164"/>
                <a:chOff x="1500596" y="2796077"/>
                <a:chExt cx="1799999" cy="169577"/>
              </a:xfrm>
            </p:grpSpPr>
            <p:cxnSp>
              <p:nvCxnSpPr>
                <p:cNvPr id="68" name="Соединительная линия уступом 232">
                  <a:extLst>
                    <a:ext uri="{FF2B5EF4-FFF2-40B4-BE49-F238E27FC236}">
                      <a16:creationId xmlns:a16="http://schemas.microsoft.com/office/drawing/2014/main" id="{5F1EC6F1-99C8-ADB6-4A49-BC41A9A330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865818" y="2430877"/>
                  <a:ext cx="169555" cy="900000"/>
                </a:xfrm>
                <a:prstGeom prst="bentConnector3">
                  <a:avLst>
                    <a:gd name="adj1" fmla="val 50000"/>
                  </a:avLst>
                </a:prstGeom>
                <a:ln w="28575" cmpd="sng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Соединительная линия уступом 235">
                  <a:extLst>
                    <a:ext uri="{FF2B5EF4-FFF2-40B4-BE49-F238E27FC236}">
                      <a16:creationId xmlns:a16="http://schemas.microsoft.com/office/drawing/2014/main" id="{2E12CD31-38AD-E301-2720-D9722A5EF5FD}"/>
                    </a:ext>
                  </a:extLst>
                </p:cNvPr>
                <p:cNvCxnSpPr/>
                <p:nvPr/>
              </p:nvCxnSpPr>
              <p:spPr>
                <a:xfrm rot="16200000" flipH="1">
                  <a:off x="2765818" y="2430854"/>
                  <a:ext cx="169553" cy="900000"/>
                </a:xfrm>
                <a:prstGeom prst="bentConnector3">
                  <a:avLst>
                    <a:gd name="adj1" fmla="val 50000"/>
                  </a:avLst>
                </a:prstGeom>
                <a:ln w="28575" cmpd="sng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5" name="Группа 238">
                <a:extLst>
                  <a:ext uri="{FF2B5EF4-FFF2-40B4-BE49-F238E27FC236}">
                    <a16:creationId xmlns:a16="http://schemas.microsoft.com/office/drawing/2014/main" id="{CFCE9091-4A25-9D4B-9366-F91C64D59E80}"/>
                  </a:ext>
                </a:extLst>
              </p:cNvPr>
              <p:cNvGrpSpPr/>
              <p:nvPr/>
            </p:nvGrpSpPr>
            <p:grpSpPr>
              <a:xfrm>
                <a:off x="4855901" y="3925798"/>
                <a:ext cx="2024742" cy="387164"/>
                <a:chOff x="1500596" y="2796077"/>
                <a:chExt cx="1799999" cy="169577"/>
              </a:xfrm>
            </p:grpSpPr>
            <p:cxnSp>
              <p:nvCxnSpPr>
                <p:cNvPr id="66" name="Соединительная линия уступом 247">
                  <a:extLst>
                    <a:ext uri="{FF2B5EF4-FFF2-40B4-BE49-F238E27FC236}">
                      <a16:creationId xmlns:a16="http://schemas.microsoft.com/office/drawing/2014/main" id="{F0E73B2A-A147-747A-974D-96D94FC76DBE}"/>
                    </a:ext>
                  </a:extLst>
                </p:cNvPr>
                <p:cNvCxnSpPr/>
                <p:nvPr/>
              </p:nvCxnSpPr>
              <p:spPr>
                <a:xfrm rot="5400000">
                  <a:off x="1865818" y="2430877"/>
                  <a:ext cx="169555" cy="900000"/>
                </a:xfrm>
                <a:prstGeom prst="bentConnector3">
                  <a:avLst>
                    <a:gd name="adj1" fmla="val 50000"/>
                  </a:avLst>
                </a:prstGeom>
                <a:ln w="28575" cmpd="sng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Соединительная линия уступом 248">
                  <a:extLst>
                    <a:ext uri="{FF2B5EF4-FFF2-40B4-BE49-F238E27FC236}">
                      <a16:creationId xmlns:a16="http://schemas.microsoft.com/office/drawing/2014/main" id="{E2985764-4585-BFA2-A28F-CFB42987FD09}"/>
                    </a:ext>
                  </a:extLst>
                </p:cNvPr>
                <p:cNvCxnSpPr/>
                <p:nvPr/>
              </p:nvCxnSpPr>
              <p:spPr>
                <a:xfrm rot="16200000" flipH="1">
                  <a:off x="2765818" y="2430854"/>
                  <a:ext cx="169553" cy="900000"/>
                </a:xfrm>
                <a:prstGeom prst="bentConnector3">
                  <a:avLst>
                    <a:gd name="adj1" fmla="val 50000"/>
                  </a:avLst>
                </a:prstGeom>
                <a:ln w="28575" cmpd="sng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8" name="6-конечная звезда 261">
              <a:extLst>
                <a:ext uri="{FF2B5EF4-FFF2-40B4-BE49-F238E27FC236}">
                  <a16:creationId xmlns:a16="http://schemas.microsoft.com/office/drawing/2014/main" id="{C39F6444-E0B5-394F-03EB-B25CE8FD7D67}"/>
                </a:ext>
              </a:extLst>
            </p:cNvPr>
            <p:cNvSpPr/>
            <p:nvPr/>
          </p:nvSpPr>
          <p:spPr>
            <a:xfrm>
              <a:off x="915594" y="5223765"/>
              <a:ext cx="606490" cy="634482"/>
            </a:xfrm>
            <a:prstGeom prst="star6">
              <a:avLst/>
            </a:prstGeom>
            <a:gradFill>
              <a:gsLst>
                <a:gs pos="34000">
                  <a:srgbClr val="FFFF00"/>
                </a:gs>
                <a:gs pos="84000">
                  <a:srgbClr val="FF9933"/>
                </a:gs>
              </a:gsLst>
              <a:lin ang="5400000" scaled="0"/>
            </a:gra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59" name="6-конечная звезда 262">
              <a:extLst>
                <a:ext uri="{FF2B5EF4-FFF2-40B4-BE49-F238E27FC236}">
                  <a16:creationId xmlns:a16="http://schemas.microsoft.com/office/drawing/2014/main" id="{BFEB2C75-8E4B-2EAD-CBFB-FB4C47F961B1}"/>
                </a:ext>
              </a:extLst>
            </p:cNvPr>
            <p:cNvSpPr/>
            <p:nvPr/>
          </p:nvSpPr>
          <p:spPr>
            <a:xfrm>
              <a:off x="2830286" y="5228252"/>
              <a:ext cx="606490" cy="634482"/>
            </a:xfrm>
            <a:prstGeom prst="star6">
              <a:avLst/>
            </a:prstGeom>
            <a:gradFill>
              <a:gsLst>
                <a:gs pos="34000">
                  <a:srgbClr val="FFFF00"/>
                </a:gs>
                <a:gs pos="84000">
                  <a:srgbClr val="FF9933"/>
                </a:gs>
              </a:gsLst>
              <a:lin ang="5400000" scaled="0"/>
            </a:gra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  <p:sp>
          <p:nvSpPr>
            <p:cNvPr id="60" name="6-конечная звезда 263">
              <a:extLst>
                <a:ext uri="{FF2B5EF4-FFF2-40B4-BE49-F238E27FC236}">
                  <a16:creationId xmlns:a16="http://schemas.microsoft.com/office/drawing/2014/main" id="{E19C13FF-DCA0-3D32-8CE6-57C285B117C8}"/>
                </a:ext>
              </a:extLst>
            </p:cNvPr>
            <p:cNvSpPr/>
            <p:nvPr/>
          </p:nvSpPr>
          <p:spPr>
            <a:xfrm>
              <a:off x="4181341" y="5228252"/>
              <a:ext cx="606490" cy="634482"/>
            </a:xfrm>
            <a:prstGeom prst="star6">
              <a:avLst/>
            </a:prstGeom>
            <a:gradFill>
              <a:gsLst>
                <a:gs pos="34000">
                  <a:srgbClr val="FFFF00"/>
                </a:gs>
                <a:gs pos="84000">
                  <a:srgbClr val="FF9933"/>
                </a:gs>
              </a:gsLst>
              <a:lin ang="5400000" scaled="0"/>
            </a:gra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</a:p>
          </p:txBody>
        </p:sp>
        <p:sp>
          <p:nvSpPr>
            <p:cNvPr id="61" name="6-конечная звезда 264">
              <a:extLst>
                <a:ext uri="{FF2B5EF4-FFF2-40B4-BE49-F238E27FC236}">
                  <a16:creationId xmlns:a16="http://schemas.microsoft.com/office/drawing/2014/main" id="{7F430B59-253E-3699-94E0-942E6AA5B340}"/>
                </a:ext>
              </a:extLst>
            </p:cNvPr>
            <p:cNvSpPr/>
            <p:nvPr/>
          </p:nvSpPr>
          <p:spPr>
            <a:xfrm>
              <a:off x="6008914" y="5253135"/>
              <a:ext cx="606490" cy="634482"/>
            </a:xfrm>
            <a:prstGeom prst="star6">
              <a:avLst/>
            </a:prstGeom>
            <a:gradFill>
              <a:gsLst>
                <a:gs pos="34000">
                  <a:srgbClr val="FFFF00"/>
                </a:gs>
                <a:gs pos="84000">
                  <a:srgbClr val="FF9933"/>
                </a:gs>
              </a:gsLst>
              <a:lin ang="5400000" scaled="0"/>
            </a:gra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</a:p>
          </p:txBody>
        </p:sp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CB57E5D8-9EAD-86D2-D66A-EBBEC64EEB3F}"/>
              </a:ext>
            </a:extLst>
          </p:cNvPr>
          <p:cNvGrpSpPr/>
          <p:nvPr/>
        </p:nvGrpSpPr>
        <p:grpSpPr>
          <a:xfrm>
            <a:off x="796371" y="2394416"/>
            <a:ext cx="1480297" cy="1411002"/>
            <a:chOff x="796371" y="2394416"/>
            <a:chExt cx="1480297" cy="1411002"/>
          </a:xfrm>
        </p:grpSpPr>
        <p:grpSp>
          <p:nvGrpSpPr>
            <p:cNvPr id="71" name="Группа 70">
              <a:extLst>
                <a:ext uri="{FF2B5EF4-FFF2-40B4-BE49-F238E27FC236}">
                  <a16:creationId xmlns:a16="http://schemas.microsoft.com/office/drawing/2014/main" id="{0AF01D13-592D-FF64-EF1F-3513117EA574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73" name="Рисунок 72">
                <a:extLst>
                  <a:ext uri="{FF2B5EF4-FFF2-40B4-BE49-F238E27FC236}">
                    <a16:creationId xmlns:a16="http://schemas.microsoft.com/office/drawing/2014/main" id="{68BFF82D-D284-35E5-1E11-B3BC48B845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74" name="Рисунок 73">
                <a:extLst>
                  <a:ext uri="{FF2B5EF4-FFF2-40B4-BE49-F238E27FC236}">
                    <a16:creationId xmlns:a16="http://schemas.microsoft.com/office/drawing/2014/main" id="{D90C1E44-ADAE-7F65-A51A-79CBFE37B8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72" name="Круг: прозрачная заливка 71">
              <a:extLst>
                <a:ext uri="{FF2B5EF4-FFF2-40B4-BE49-F238E27FC236}">
                  <a16:creationId xmlns:a16="http://schemas.microsoft.com/office/drawing/2014/main" id="{27FA06D5-A952-9FBB-E96E-6913857957EE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3610C21D-93BE-7C46-B231-35688A3F8D06}"/>
              </a:ext>
            </a:extLst>
          </p:cNvPr>
          <p:cNvGrpSpPr/>
          <p:nvPr/>
        </p:nvGrpSpPr>
        <p:grpSpPr>
          <a:xfrm>
            <a:off x="3943595" y="2406889"/>
            <a:ext cx="1480297" cy="1411002"/>
            <a:chOff x="796371" y="2394416"/>
            <a:chExt cx="1480297" cy="1411002"/>
          </a:xfrm>
        </p:grpSpPr>
        <p:grpSp>
          <p:nvGrpSpPr>
            <p:cNvPr id="76" name="Группа 75">
              <a:extLst>
                <a:ext uri="{FF2B5EF4-FFF2-40B4-BE49-F238E27FC236}">
                  <a16:creationId xmlns:a16="http://schemas.microsoft.com/office/drawing/2014/main" id="{24F2AA84-C95A-4AD6-0A0F-9A016BC5BAE2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78" name="Рисунок 77">
                <a:extLst>
                  <a:ext uri="{FF2B5EF4-FFF2-40B4-BE49-F238E27FC236}">
                    <a16:creationId xmlns:a16="http://schemas.microsoft.com/office/drawing/2014/main" id="{907B9910-41DB-2631-B5B0-2970709CE7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79" name="Рисунок 78">
                <a:extLst>
                  <a:ext uri="{FF2B5EF4-FFF2-40B4-BE49-F238E27FC236}">
                    <a16:creationId xmlns:a16="http://schemas.microsoft.com/office/drawing/2014/main" id="{CE90147B-7306-E8D7-CA82-ED5051A5DD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77" name="Круг: прозрачная заливка 76">
              <a:extLst>
                <a:ext uri="{FF2B5EF4-FFF2-40B4-BE49-F238E27FC236}">
                  <a16:creationId xmlns:a16="http://schemas.microsoft.com/office/drawing/2014/main" id="{283D7ED9-616F-53C0-C5BB-DA9F987C1A7F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03298FA3-6B09-3F11-52FB-2C6746F7E90A}"/>
              </a:ext>
            </a:extLst>
          </p:cNvPr>
          <p:cNvGrpSpPr/>
          <p:nvPr/>
        </p:nvGrpSpPr>
        <p:grpSpPr>
          <a:xfrm>
            <a:off x="2362695" y="864327"/>
            <a:ext cx="1480297" cy="1411002"/>
            <a:chOff x="796371" y="2394416"/>
            <a:chExt cx="1480297" cy="1411002"/>
          </a:xfrm>
        </p:grpSpPr>
        <p:grpSp>
          <p:nvGrpSpPr>
            <p:cNvPr id="81" name="Группа 80">
              <a:extLst>
                <a:ext uri="{FF2B5EF4-FFF2-40B4-BE49-F238E27FC236}">
                  <a16:creationId xmlns:a16="http://schemas.microsoft.com/office/drawing/2014/main" id="{F823ADA4-6793-B31B-51B7-12277BC72FA8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83" name="Рисунок 82">
                <a:extLst>
                  <a:ext uri="{FF2B5EF4-FFF2-40B4-BE49-F238E27FC236}">
                    <a16:creationId xmlns:a16="http://schemas.microsoft.com/office/drawing/2014/main" id="{55ED37D9-7F20-8092-4E75-3643510B41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84" name="Рисунок 83">
                <a:extLst>
                  <a:ext uri="{FF2B5EF4-FFF2-40B4-BE49-F238E27FC236}">
                    <a16:creationId xmlns:a16="http://schemas.microsoft.com/office/drawing/2014/main" id="{B61496FD-ABCE-73D8-BC31-32BC88B8FC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82" name="Круг: прозрачная заливка 81">
              <a:extLst>
                <a:ext uri="{FF2B5EF4-FFF2-40B4-BE49-F238E27FC236}">
                  <a16:creationId xmlns:a16="http://schemas.microsoft.com/office/drawing/2014/main" id="{1E481023-1144-927C-BBB9-797571F7678A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85" name="Группа 84">
            <a:extLst>
              <a:ext uri="{FF2B5EF4-FFF2-40B4-BE49-F238E27FC236}">
                <a16:creationId xmlns:a16="http://schemas.microsoft.com/office/drawing/2014/main" id="{AFDC6FAC-649B-A8B6-CFD6-773FDA179027}"/>
              </a:ext>
            </a:extLst>
          </p:cNvPr>
          <p:cNvGrpSpPr/>
          <p:nvPr/>
        </p:nvGrpSpPr>
        <p:grpSpPr>
          <a:xfrm>
            <a:off x="-94185" y="3838578"/>
            <a:ext cx="1480297" cy="1411002"/>
            <a:chOff x="796371" y="2394416"/>
            <a:chExt cx="1480297" cy="1411002"/>
          </a:xfrm>
        </p:grpSpPr>
        <p:grpSp>
          <p:nvGrpSpPr>
            <p:cNvPr id="86" name="Группа 85">
              <a:extLst>
                <a:ext uri="{FF2B5EF4-FFF2-40B4-BE49-F238E27FC236}">
                  <a16:creationId xmlns:a16="http://schemas.microsoft.com/office/drawing/2014/main" id="{9B92354C-2C6E-A46E-DC4B-8C439ABAA4CB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88" name="Рисунок 87">
                <a:extLst>
                  <a:ext uri="{FF2B5EF4-FFF2-40B4-BE49-F238E27FC236}">
                    <a16:creationId xmlns:a16="http://schemas.microsoft.com/office/drawing/2014/main" id="{7C467B92-BE62-802B-C633-EB9B1E2BE8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89" name="Рисунок 88">
                <a:extLst>
                  <a:ext uri="{FF2B5EF4-FFF2-40B4-BE49-F238E27FC236}">
                    <a16:creationId xmlns:a16="http://schemas.microsoft.com/office/drawing/2014/main" id="{AD7FBF7A-1501-44B6-B931-101C1B1CD6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87" name="Круг: прозрачная заливка 86">
              <a:extLst>
                <a:ext uri="{FF2B5EF4-FFF2-40B4-BE49-F238E27FC236}">
                  <a16:creationId xmlns:a16="http://schemas.microsoft.com/office/drawing/2014/main" id="{A7E9E4BB-AE66-3B5E-E0AE-7B05B2E7B026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0" name="Группа 89">
            <a:extLst>
              <a:ext uri="{FF2B5EF4-FFF2-40B4-BE49-F238E27FC236}">
                <a16:creationId xmlns:a16="http://schemas.microsoft.com/office/drawing/2014/main" id="{D0E3F8B7-883A-C163-B5E2-D7406464C6FE}"/>
              </a:ext>
            </a:extLst>
          </p:cNvPr>
          <p:cNvGrpSpPr/>
          <p:nvPr/>
        </p:nvGrpSpPr>
        <p:grpSpPr>
          <a:xfrm>
            <a:off x="1732762" y="3848388"/>
            <a:ext cx="1480297" cy="1411002"/>
            <a:chOff x="796371" y="2394416"/>
            <a:chExt cx="1480297" cy="1411002"/>
          </a:xfrm>
        </p:grpSpPr>
        <p:grpSp>
          <p:nvGrpSpPr>
            <p:cNvPr id="91" name="Группа 90">
              <a:extLst>
                <a:ext uri="{FF2B5EF4-FFF2-40B4-BE49-F238E27FC236}">
                  <a16:creationId xmlns:a16="http://schemas.microsoft.com/office/drawing/2014/main" id="{A4F34131-DA2F-BBE7-001D-ADD59B52C87D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93" name="Рисунок 92">
                <a:extLst>
                  <a:ext uri="{FF2B5EF4-FFF2-40B4-BE49-F238E27FC236}">
                    <a16:creationId xmlns:a16="http://schemas.microsoft.com/office/drawing/2014/main" id="{97241233-276C-504F-9C4E-DE66879BFD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94" name="Рисунок 93">
                <a:extLst>
                  <a:ext uri="{FF2B5EF4-FFF2-40B4-BE49-F238E27FC236}">
                    <a16:creationId xmlns:a16="http://schemas.microsoft.com/office/drawing/2014/main" id="{6911449C-BE47-E6BE-CC06-326A5C7F56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92" name="Круг: прозрачная заливка 91">
              <a:extLst>
                <a:ext uri="{FF2B5EF4-FFF2-40B4-BE49-F238E27FC236}">
                  <a16:creationId xmlns:a16="http://schemas.microsoft.com/office/drawing/2014/main" id="{B5DC9837-F251-1DFC-E00E-EB2BE630D5EA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5" name="Группа 94">
            <a:extLst>
              <a:ext uri="{FF2B5EF4-FFF2-40B4-BE49-F238E27FC236}">
                <a16:creationId xmlns:a16="http://schemas.microsoft.com/office/drawing/2014/main" id="{632FAB14-E857-9D1B-B25B-6CD587A9E513}"/>
              </a:ext>
            </a:extLst>
          </p:cNvPr>
          <p:cNvGrpSpPr/>
          <p:nvPr/>
        </p:nvGrpSpPr>
        <p:grpSpPr>
          <a:xfrm>
            <a:off x="3056919" y="3835687"/>
            <a:ext cx="1480297" cy="1411002"/>
            <a:chOff x="796371" y="2394416"/>
            <a:chExt cx="1480297" cy="1411002"/>
          </a:xfrm>
        </p:grpSpPr>
        <p:grpSp>
          <p:nvGrpSpPr>
            <p:cNvPr id="96" name="Группа 95">
              <a:extLst>
                <a:ext uri="{FF2B5EF4-FFF2-40B4-BE49-F238E27FC236}">
                  <a16:creationId xmlns:a16="http://schemas.microsoft.com/office/drawing/2014/main" id="{96595567-96CB-8CAF-797F-F23A7B22D39C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98" name="Рисунок 97">
                <a:extLst>
                  <a:ext uri="{FF2B5EF4-FFF2-40B4-BE49-F238E27FC236}">
                    <a16:creationId xmlns:a16="http://schemas.microsoft.com/office/drawing/2014/main" id="{5EFC62D0-D97E-D595-4659-99A1869049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99" name="Рисунок 98">
                <a:extLst>
                  <a:ext uri="{FF2B5EF4-FFF2-40B4-BE49-F238E27FC236}">
                    <a16:creationId xmlns:a16="http://schemas.microsoft.com/office/drawing/2014/main" id="{D46E6B77-0B35-F1C0-E3AF-3B295801EC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97" name="Круг: прозрачная заливка 96">
              <a:extLst>
                <a:ext uri="{FF2B5EF4-FFF2-40B4-BE49-F238E27FC236}">
                  <a16:creationId xmlns:a16="http://schemas.microsoft.com/office/drawing/2014/main" id="{E3C77CAB-2ABB-A087-A241-43467CF25818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id="{4E92F023-9477-226E-790B-185E7B9413B3}"/>
              </a:ext>
            </a:extLst>
          </p:cNvPr>
          <p:cNvGrpSpPr/>
          <p:nvPr/>
        </p:nvGrpSpPr>
        <p:grpSpPr>
          <a:xfrm>
            <a:off x="4886808" y="3848388"/>
            <a:ext cx="1480297" cy="1411002"/>
            <a:chOff x="796371" y="2394416"/>
            <a:chExt cx="1480297" cy="1411002"/>
          </a:xfrm>
        </p:grpSpPr>
        <p:grpSp>
          <p:nvGrpSpPr>
            <p:cNvPr id="101" name="Группа 100">
              <a:extLst>
                <a:ext uri="{FF2B5EF4-FFF2-40B4-BE49-F238E27FC236}">
                  <a16:creationId xmlns:a16="http://schemas.microsoft.com/office/drawing/2014/main" id="{9AF4C913-DAAD-BFED-390F-37DAC7636A0D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103" name="Рисунок 102">
                <a:extLst>
                  <a:ext uri="{FF2B5EF4-FFF2-40B4-BE49-F238E27FC236}">
                    <a16:creationId xmlns:a16="http://schemas.microsoft.com/office/drawing/2014/main" id="{8D607638-FF6A-B663-BF76-128B643831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104" name="Рисунок 103">
                <a:extLst>
                  <a:ext uri="{FF2B5EF4-FFF2-40B4-BE49-F238E27FC236}">
                    <a16:creationId xmlns:a16="http://schemas.microsoft.com/office/drawing/2014/main" id="{33E5BEC4-8BE9-2D28-D238-A9B6A84DCF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102" name="Круг: прозрачная заливка 101">
              <a:extLst>
                <a:ext uri="{FF2B5EF4-FFF2-40B4-BE49-F238E27FC236}">
                  <a16:creationId xmlns:a16="http://schemas.microsoft.com/office/drawing/2014/main" id="{6CDE72C0-4DD7-0F8F-EAE5-B8FF74F2621D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2386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1B4600-AB43-6E5A-65F6-52AB63910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48">
            <a:extLst>
              <a:ext uri="{FF2B5EF4-FFF2-40B4-BE49-F238E27FC236}">
                <a16:creationId xmlns:a16="http://schemas.microsoft.com/office/drawing/2014/main" id="{07FE83AA-FA19-D020-192B-6EC3BF709471}"/>
              </a:ext>
            </a:extLst>
          </p:cNvPr>
          <p:cNvSpPr/>
          <p:nvPr/>
        </p:nvSpPr>
        <p:spPr>
          <a:xfrm>
            <a:off x="-746917" y="-16868"/>
            <a:ext cx="3675299" cy="1469562"/>
          </a:xfrm>
          <a:prstGeom prst="roundRect">
            <a:avLst>
              <a:gd name="adj" fmla="val 50000"/>
            </a:avLst>
          </a:prstGeom>
          <a:blipFill>
            <a:blip r:embed="rId4"/>
            <a:stretch>
              <a:fillRect/>
            </a:stretch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AE85A-A2BF-3CC5-8B54-138AC5B40778}"/>
              </a:ext>
            </a:extLst>
          </p:cNvPr>
          <p:cNvSpPr txBox="1"/>
          <p:nvPr/>
        </p:nvSpPr>
        <p:spPr>
          <a:xfrm>
            <a:off x="1652751" y="-28844"/>
            <a:ext cx="29673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Уровень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7AEC763-CD9C-4D6F-3E39-DB34BA87BB0C}"/>
              </a:ext>
            </a:extLst>
          </p:cNvPr>
          <p:cNvGrpSpPr/>
          <p:nvPr/>
        </p:nvGrpSpPr>
        <p:grpSpPr>
          <a:xfrm>
            <a:off x="1828800" y="1297302"/>
            <a:ext cx="4354282" cy="5377559"/>
            <a:chOff x="1828800" y="1297302"/>
            <a:chExt cx="4354282" cy="5377559"/>
          </a:xfrm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C9E544B2-CE1A-A0B7-9DB8-534D45D0457F}"/>
                </a:ext>
              </a:extLst>
            </p:cNvPr>
            <p:cNvSpPr/>
            <p:nvPr/>
          </p:nvSpPr>
          <p:spPr>
            <a:xfrm>
              <a:off x="2721150" y="6180915"/>
              <a:ext cx="2569580" cy="493946"/>
            </a:xfrm>
            <a:prstGeom prst="roundRect">
              <a:avLst/>
            </a:prstGeom>
            <a:gradFill>
              <a:gsLst>
                <a:gs pos="96000">
                  <a:srgbClr val="FF6600"/>
                </a:gs>
                <a:gs pos="64000">
                  <a:srgbClr val="FF9933"/>
                </a:gs>
                <a:gs pos="10000">
                  <a:srgbClr val="FFC000"/>
                </a:gs>
              </a:gsLst>
              <a:lin ang="5400000" scaled="0"/>
            </a:gra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B13963B7-F646-BFB7-D56A-BF13963FFDC7}"/>
                </a:ext>
              </a:extLst>
            </p:cNvPr>
            <p:cNvGrpSpPr/>
            <p:nvPr/>
          </p:nvGrpSpPr>
          <p:grpSpPr>
            <a:xfrm>
              <a:off x="1828800" y="1297302"/>
              <a:ext cx="4354282" cy="5345278"/>
              <a:chOff x="1828800" y="1297302"/>
              <a:chExt cx="4354282" cy="5345278"/>
            </a:xfrm>
          </p:grpSpPr>
          <p:sp>
            <p:nvSpPr>
              <p:cNvPr id="7" name="Правая фигурная скобка 6">
                <a:extLst>
                  <a:ext uri="{FF2B5EF4-FFF2-40B4-BE49-F238E27FC236}">
                    <a16:creationId xmlns:a16="http://schemas.microsoft.com/office/drawing/2014/main" id="{38ED3EC2-2EDD-D776-101B-017FC28132A9}"/>
                  </a:ext>
                </a:extLst>
              </p:cNvPr>
              <p:cNvSpPr/>
              <p:nvPr/>
            </p:nvSpPr>
            <p:spPr>
              <a:xfrm rot="5400000">
                <a:off x="3743696" y="3672485"/>
                <a:ext cx="524489" cy="4354282"/>
              </a:xfrm>
              <a:prstGeom prst="rightBrac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CF5AA7-9F8B-E07A-52A1-8C0A9E8D7C56}"/>
                  </a:ext>
                </a:extLst>
              </p:cNvPr>
              <p:cNvSpPr txBox="1"/>
              <p:nvPr/>
            </p:nvSpPr>
            <p:spPr>
              <a:xfrm>
                <a:off x="2721150" y="6180915"/>
                <a:ext cx="25507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258 0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00 USDT</a:t>
                </a:r>
                <a:endParaRPr lang="ru-RU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F3CD4358-E5AC-610B-2960-FAD39A7EAFB3}"/>
                  </a:ext>
                </a:extLst>
              </p:cNvPr>
              <p:cNvSpPr/>
              <p:nvPr/>
            </p:nvSpPr>
            <p:spPr>
              <a:xfrm>
                <a:off x="3736356" y="1297302"/>
                <a:ext cx="2324800" cy="523220"/>
              </a:xfrm>
              <a:prstGeom prst="rect">
                <a:avLst/>
              </a:prstGeom>
              <a:gradFill>
                <a:gsLst>
                  <a:gs pos="96000">
                    <a:srgbClr val="FF6600"/>
                  </a:gs>
                  <a:gs pos="64000">
                    <a:srgbClr val="FF9933"/>
                  </a:gs>
                  <a:gs pos="10000">
                    <a:srgbClr val="FFC000"/>
                  </a:gs>
                </a:gsLst>
                <a:lin ang="5400000" scaled="0"/>
              </a:gra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ru-RU" sz="28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86 000 </a:t>
                </a:r>
                <a:r>
                  <a:rPr lang="en-US" sz="28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USDT </a:t>
                </a:r>
                <a:endParaRPr lang="ru-RU" sz="2800" b="1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0" name="Graphic 10">
            <a:extLst>
              <a:ext uri="{FF2B5EF4-FFF2-40B4-BE49-F238E27FC236}">
                <a16:creationId xmlns:a16="http://schemas.microsoft.com/office/drawing/2014/main" id="{1C2DC062-6709-7413-F120-F0DA557FDB8C}"/>
              </a:ext>
            </a:extLst>
          </p:cNvPr>
          <p:cNvSpPr/>
          <p:nvPr/>
        </p:nvSpPr>
        <p:spPr>
          <a:xfrm rot="5400000">
            <a:off x="6307817" y="783322"/>
            <a:ext cx="5994404" cy="5773960"/>
          </a:xfrm>
          <a:custGeom>
            <a:avLst/>
            <a:gdLst>
              <a:gd name="connsiteX0" fmla="*/ 5753100 w 5753100"/>
              <a:gd name="connsiteY0" fmla="*/ 474345 h 5753100"/>
              <a:gd name="connsiteX1" fmla="*/ 5753100 w 5753100"/>
              <a:gd name="connsiteY1" fmla="*/ 5278755 h 5753100"/>
              <a:gd name="connsiteX2" fmla="*/ 5278755 w 5753100"/>
              <a:gd name="connsiteY2" fmla="*/ 5753100 h 5753100"/>
              <a:gd name="connsiteX3" fmla="*/ 2318385 w 5753100"/>
              <a:gd name="connsiteY3" fmla="*/ 5753100 h 5753100"/>
              <a:gd name="connsiteX4" fmla="*/ 1844040 w 5753100"/>
              <a:gd name="connsiteY4" fmla="*/ 5278755 h 5753100"/>
              <a:gd name="connsiteX5" fmla="*/ 1844040 w 5753100"/>
              <a:gd name="connsiteY5" fmla="*/ 4386263 h 5753100"/>
              <a:gd name="connsiteX6" fmla="*/ 1369695 w 5753100"/>
              <a:gd name="connsiteY6" fmla="*/ 3910013 h 5753100"/>
              <a:gd name="connsiteX7" fmla="*/ 474345 w 5753100"/>
              <a:gd name="connsiteY7" fmla="*/ 3910013 h 5753100"/>
              <a:gd name="connsiteX8" fmla="*/ 0 w 5753100"/>
              <a:gd name="connsiteY8" fmla="*/ 3435668 h 5753100"/>
              <a:gd name="connsiteX9" fmla="*/ 0 w 5753100"/>
              <a:gd name="connsiteY9" fmla="*/ 474345 h 5753100"/>
              <a:gd name="connsiteX10" fmla="*/ 474345 w 5753100"/>
              <a:gd name="connsiteY10" fmla="*/ 0 h 5753100"/>
              <a:gd name="connsiteX11" fmla="*/ 5278755 w 5753100"/>
              <a:gd name="connsiteY11" fmla="*/ 0 h 5753100"/>
              <a:gd name="connsiteX12" fmla="*/ 5753100 w 5753100"/>
              <a:gd name="connsiteY12" fmla="*/ 474345 h 575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753100" h="5753100">
                <a:moveTo>
                  <a:pt x="5753100" y="474345"/>
                </a:moveTo>
                <a:lnTo>
                  <a:pt x="5753100" y="5278755"/>
                </a:lnTo>
                <a:cubicBezTo>
                  <a:pt x="5753100" y="5540693"/>
                  <a:pt x="5540693" y="5753100"/>
                  <a:pt x="5278755" y="5753100"/>
                </a:cubicBezTo>
                <a:lnTo>
                  <a:pt x="2318385" y="5753100"/>
                </a:lnTo>
                <a:cubicBezTo>
                  <a:pt x="2056448" y="5753100"/>
                  <a:pt x="1844040" y="5540693"/>
                  <a:pt x="1844040" y="5278755"/>
                </a:cubicBezTo>
                <a:lnTo>
                  <a:pt x="1844040" y="4386263"/>
                </a:lnTo>
                <a:cubicBezTo>
                  <a:pt x="1844040" y="4123373"/>
                  <a:pt x="1631633" y="3910965"/>
                  <a:pt x="1369695" y="3910013"/>
                </a:cubicBezTo>
                <a:lnTo>
                  <a:pt x="474345" y="3910013"/>
                </a:lnTo>
                <a:cubicBezTo>
                  <a:pt x="212408" y="3910013"/>
                  <a:pt x="0" y="3697605"/>
                  <a:pt x="0" y="3435668"/>
                </a:cubicBezTo>
                <a:lnTo>
                  <a:pt x="0" y="474345"/>
                </a:lnTo>
                <a:cubicBezTo>
                  <a:pt x="0" y="212408"/>
                  <a:pt x="212408" y="0"/>
                  <a:pt x="474345" y="0"/>
                </a:cubicBezTo>
                <a:lnTo>
                  <a:pt x="5278755" y="0"/>
                </a:lnTo>
                <a:cubicBezTo>
                  <a:pt x="5540693" y="0"/>
                  <a:pt x="5753100" y="212408"/>
                  <a:pt x="5753100" y="474345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51" name="Rectangle: Rounded Corners 33">
            <a:extLst>
              <a:ext uri="{FF2B5EF4-FFF2-40B4-BE49-F238E27FC236}">
                <a16:creationId xmlns:a16="http://schemas.microsoft.com/office/drawing/2014/main" id="{365A6B65-08E1-1801-4983-70C8DB952CCA}"/>
              </a:ext>
            </a:extLst>
          </p:cNvPr>
          <p:cNvSpPr/>
          <p:nvPr/>
        </p:nvSpPr>
        <p:spPr>
          <a:xfrm>
            <a:off x="6531726" y="925076"/>
            <a:ext cx="1544696" cy="1469340"/>
          </a:xfrm>
          <a:prstGeom prst="roundRect">
            <a:avLst>
              <a:gd name="adj" fmla="val 50000"/>
            </a:avLst>
          </a:prstGeom>
          <a:blipFill>
            <a:blip r:embed="rId4"/>
            <a:stretch>
              <a:fillRect/>
            </a:stretch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endParaRPr lang="en-GB" sz="5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5BE42F-BDC3-C6BA-7392-1E521F2B35FF}"/>
              </a:ext>
            </a:extLst>
          </p:cNvPr>
          <p:cNvSpPr txBox="1"/>
          <p:nvPr/>
        </p:nvSpPr>
        <p:spPr>
          <a:xfrm>
            <a:off x="6434964" y="802153"/>
            <a:ext cx="5757035" cy="6817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Активация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86 000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USDT:</a:t>
            </a:r>
          </a:p>
          <a:p>
            <a:pPr algn="ctr"/>
            <a:endParaRPr lang="ru-R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1 место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реферальные </a:t>
            </a:r>
          </a:p>
          <a:p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выплаты:</a:t>
            </a:r>
          </a:p>
          <a:p>
            <a:pPr algn="ctr"/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26 000 </a:t>
            </a:r>
            <a:r>
              <a:rPr lang="en-US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1 линии</a:t>
            </a:r>
          </a:p>
          <a:p>
            <a:pPr algn="ctr"/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13 000 </a:t>
            </a:r>
            <a:r>
              <a:rPr lang="en-US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 2 линии</a:t>
            </a:r>
          </a:p>
          <a:p>
            <a:pPr algn="ctr"/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13 000 </a:t>
            </a:r>
            <a:r>
              <a:rPr lang="en-US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3 линии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клонов в 1 уровень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умных клона в 1 уровень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клона во 2 уровень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клона в 3 уровень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3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клон в 4 уровень</a:t>
            </a:r>
          </a:p>
          <a:p>
            <a:pPr algn="ctr"/>
            <a:endParaRPr lang="ru-R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 3 и 4 места –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ВЫПЛАТА </a:t>
            </a:r>
            <a:r>
              <a:rPr lang="ru-RU" sz="23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250 000 </a:t>
            </a:r>
            <a:r>
              <a:rPr lang="en-US" sz="23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  <a:endParaRPr lang="ru-RU" sz="2300" b="1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300" i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клонов в 1 уровень</a:t>
            </a:r>
          </a:p>
          <a:p>
            <a:pPr algn="ctr"/>
            <a:r>
              <a:rPr lang="ru-RU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4 000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USDT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на развитие проекта</a:t>
            </a:r>
          </a:p>
          <a:p>
            <a:pPr algn="ctr"/>
            <a:endParaRPr lang="ru-RU" sz="2300" b="1" dirty="0">
              <a:solidFill>
                <a:srgbClr val="FF99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5" name="Группа 266">
            <a:extLst>
              <a:ext uri="{FF2B5EF4-FFF2-40B4-BE49-F238E27FC236}">
                <a16:creationId xmlns:a16="http://schemas.microsoft.com/office/drawing/2014/main" id="{455BC018-34F6-AFAE-B6BB-4AC7E903B173}"/>
              </a:ext>
            </a:extLst>
          </p:cNvPr>
          <p:cNvGrpSpPr/>
          <p:nvPr/>
        </p:nvGrpSpPr>
        <p:grpSpPr>
          <a:xfrm>
            <a:off x="250315" y="2160382"/>
            <a:ext cx="5699810" cy="3629030"/>
            <a:chOff x="915594" y="2200534"/>
            <a:chExt cx="5699810" cy="3687083"/>
          </a:xfrm>
        </p:grpSpPr>
        <p:grpSp>
          <p:nvGrpSpPr>
            <p:cNvPr id="57" name="Группа 250">
              <a:extLst>
                <a:ext uri="{FF2B5EF4-FFF2-40B4-BE49-F238E27FC236}">
                  <a16:creationId xmlns:a16="http://schemas.microsoft.com/office/drawing/2014/main" id="{D5C81B84-BAAF-49EA-1AA9-4A3DFD76637F}"/>
                </a:ext>
              </a:extLst>
            </p:cNvPr>
            <p:cNvGrpSpPr/>
            <p:nvPr/>
          </p:nvGrpSpPr>
          <p:grpSpPr>
            <a:xfrm>
              <a:off x="1302571" y="2200534"/>
              <a:ext cx="4989665" cy="1812583"/>
              <a:chOff x="1377430" y="2334298"/>
              <a:chExt cx="5503213" cy="1983413"/>
            </a:xfrm>
          </p:grpSpPr>
          <p:cxnSp>
            <p:nvCxnSpPr>
              <p:cNvPr id="62" name="Соединительная линия уступом 215">
                <a:extLst>
                  <a:ext uri="{FF2B5EF4-FFF2-40B4-BE49-F238E27FC236}">
                    <a16:creationId xmlns:a16="http://schemas.microsoft.com/office/drawing/2014/main" id="{D9F212C4-AC7D-95F4-135C-8CD6B6D0C20E}"/>
                  </a:ext>
                </a:extLst>
              </p:cNvPr>
              <p:cNvCxnSpPr/>
              <p:nvPr/>
            </p:nvCxnSpPr>
            <p:spPr>
              <a:xfrm rot="5400000">
                <a:off x="3031312" y="1665368"/>
                <a:ext cx="395149" cy="1735711"/>
              </a:xfrm>
              <a:prstGeom prst="bentConnector3">
                <a:avLst>
                  <a:gd name="adj1" fmla="val 50000"/>
                </a:avLst>
              </a:prstGeom>
              <a:ln w="28575" cmpd="sng">
                <a:solidFill>
                  <a:schemeClr val="bg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Соединительная линия уступом 221">
                <a:extLst>
                  <a:ext uri="{FF2B5EF4-FFF2-40B4-BE49-F238E27FC236}">
                    <a16:creationId xmlns:a16="http://schemas.microsoft.com/office/drawing/2014/main" id="{26C7E751-B758-67CC-2951-6321F71B84BC}"/>
                  </a:ext>
                </a:extLst>
              </p:cNvPr>
              <p:cNvCxnSpPr/>
              <p:nvPr/>
            </p:nvCxnSpPr>
            <p:spPr>
              <a:xfrm rot="16200000" flipH="1">
                <a:off x="4770000" y="1664698"/>
                <a:ext cx="396000" cy="1735200"/>
              </a:xfrm>
              <a:prstGeom prst="bentConnector3">
                <a:avLst>
                  <a:gd name="adj1" fmla="val 50000"/>
                </a:avLst>
              </a:prstGeom>
              <a:ln w="28575" cmpd="sng">
                <a:solidFill>
                  <a:schemeClr val="bg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" name="Группа 238">
                <a:extLst>
                  <a:ext uri="{FF2B5EF4-FFF2-40B4-BE49-F238E27FC236}">
                    <a16:creationId xmlns:a16="http://schemas.microsoft.com/office/drawing/2014/main" id="{298E4860-76AA-E1C1-E7AB-26E56E1605CA}"/>
                  </a:ext>
                </a:extLst>
              </p:cNvPr>
              <p:cNvGrpSpPr/>
              <p:nvPr/>
            </p:nvGrpSpPr>
            <p:grpSpPr>
              <a:xfrm>
                <a:off x="1377430" y="3930547"/>
                <a:ext cx="2024742" cy="387164"/>
                <a:chOff x="1500596" y="2796077"/>
                <a:chExt cx="1799999" cy="169577"/>
              </a:xfrm>
            </p:grpSpPr>
            <p:cxnSp>
              <p:nvCxnSpPr>
                <p:cNvPr id="68" name="Соединительная линия уступом 232">
                  <a:extLst>
                    <a:ext uri="{FF2B5EF4-FFF2-40B4-BE49-F238E27FC236}">
                      <a16:creationId xmlns:a16="http://schemas.microsoft.com/office/drawing/2014/main" id="{0515C9F7-FE60-3A6B-1FDF-01A9811EE7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865818" y="2430877"/>
                  <a:ext cx="169555" cy="900000"/>
                </a:xfrm>
                <a:prstGeom prst="bentConnector3">
                  <a:avLst>
                    <a:gd name="adj1" fmla="val 50000"/>
                  </a:avLst>
                </a:prstGeom>
                <a:ln w="28575" cmpd="sng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Соединительная линия уступом 235">
                  <a:extLst>
                    <a:ext uri="{FF2B5EF4-FFF2-40B4-BE49-F238E27FC236}">
                      <a16:creationId xmlns:a16="http://schemas.microsoft.com/office/drawing/2014/main" id="{7AB06919-BA98-B4C7-F916-FA8B05488E62}"/>
                    </a:ext>
                  </a:extLst>
                </p:cNvPr>
                <p:cNvCxnSpPr/>
                <p:nvPr/>
              </p:nvCxnSpPr>
              <p:spPr>
                <a:xfrm rot="16200000" flipH="1">
                  <a:off x="2765818" y="2430854"/>
                  <a:ext cx="169553" cy="900000"/>
                </a:xfrm>
                <a:prstGeom prst="bentConnector3">
                  <a:avLst>
                    <a:gd name="adj1" fmla="val 50000"/>
                  </a:avLst>
                </a:prstGeom>
                <a:ln w="28575" cmpd="sng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5" name="Группа 238">
                <a:extLst>
                  <a:ext uri="{FF2B5EF4-FFF2-40B4-BE49-F238E27FC236}">
                    <a16:creationId xmlns:a16="http://schemas.microsoft.com/office/drawing/2014/main" id="{59156FA7-A3A3-6D73-E4E7-E8D9CD75F660}"/>
                  </a:ext>
                </a:extLst>
              </p:cNvPr>
              <p:cNvGrpSpPr/>
              <p:nvPr/>
            </p:nvGrpSpPr>
            <p:grpSpPr>
              <a:xfrm>
                <a:off x="4855901" y="3925798"/>
                <a:ext cx="2024742" cy="387164"/>
                <a:chOff x="1500596" y="2796077"/>
                <a:chExt cx="1799999" cy="169577"/>
              </a:xfrm>
            </p:grpSpPr>
            <p:cxnSp>
              <p:nvCxnSpPr>
                <p:cNvPr id="66" name="Соединительная линия уступом 247">
                  <a:extLst>
                    <a:ext uri="{FF2B5EF4-FFF2-40B4-BE49-F238E27FC236}">
                      <a16:creationId xmlns:a16="http://schemas.microsoft.com/office/drawing/2014/main" id="{1F254C6E-502D-A8AD-6DD6-A4626BF57886}"/>
                    </a:ext>
                  </a:extLst>
                </p:cNvPr>
                <p:cNvCxnSpPr/>
                <p:nvPr/>
              </p:nvCxnSpPr>
              <p:spPr>
                <a:xfrm rot="5400000">
                  <a:off x="1865818" y="2430877"/>
                  <a:ext cx="169555" cy="900000"/>
                </a:xfrm>
                <a:prstGeom prst="bentConnector3">
                  <a:avLst>
                    <a:gd name="adj1" fmla="val 50000"/>
                  </a:avLst>
                </a:prstGeom>
                <a:ln w="28575" cmpd="sng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Соединительная линия уступом 248">
                  <a:extLst>
                    <a:ext uri="{FF2B5EF4-FFF2-40B4-BE49-F238E27FC236}">
                      <a16:creationId xmlns:a16="http://schemas.microsoft.com/office/drawing/2014/main" id="{3EFFD040-64EE-088A-E6C0-32E3DA0C8C80}"/>
                    </a:ext>
                  </a:extLst>
                </p:cNvPr>
                <p:cNvCxnSpPr/>
                <p:nvPr/>
              </p:nvCxnSpPr>
              <p:spPr>
                <a:xfrm rot="16200000" flipH="1">
                  <a:off x="2765818" y="2430854"/>
                  <a:ext cx="169553" cy="900000"/>
                </a:xfrm>
                <a:prstGeom prst="bentConnector3">
                  <a:avLst>
                    <a:gd name="adj1" fmla="val 50000"/>
                  </a:avLst>
                </a:prstGeom>
                <a:ln w="28575" cmpd="sng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8" name="6-конечная звезда 261">
              <a:extLst>
                <a:ext uri="{FF2B5EF4-FFF2-40B4-BE49-F238E27FC236}">
                  <a16:creationId xmlns:a16="http://schemas.microsoft.com/office/drawing/2014/main" id="{DB6C9878-0D9B-A5D6-55F7-F68BEFF85D19}"/>
                </a:ext>
              </a:extLst>
            </p:cNvPr>
            <p:cNvSpPr/>
            <p:nvPr/>
          </p:nvSpPr>
          <p:spPr>
            <a:xfrm>
              <a:off x="915594" y="5223765"/>
              <a:ext cx="606490" cy="634482"/>
            </a:xfrm>
            <a:prstGeom prst="star6">
              <a:avLst/>
            </a:prstGeom>
            <a:gradFill>
              <a:gsLst>
                <a:gs pos="34000">
                  <a:srgbClr val="FFFF00"/>
                </a:gs>
                <a:gs pos="84000">
                  <a:srgbClr val="FF9933"/>
                </a:gs>
              </a:gsLst>
              <a:lin ang="5400000" scaled="0"/>
            </a:gra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59" name="6-конечная звезда 262">
              <a:extLst>
                <a:ext uri="{FF2B5EF4-FFF2-40B4-BE49-F238E27FC236}">
                  <a16:creationId xmlns:a16="http://schemas.microsoft.com/office/drawing/2014/main" id="{A04949E6-6E17-6E58-1C54-754D561FC869}"/>
                </a:ext>
              </a:extLst>
            </p:cNvPr>
            <p:cNvSpPr/>
            <p:nvPr/>
          </p:nvSpPr>
          <p:spPr>
            <a:xfrm>
              <a:off x="2830286" y="5228252"/>
              <a:ext cx="606490" cy="634482"/>
            </a:xfrm>
            <a:prstGeom prst="star6">
              <a:avLst/>
            </a:prstGeom>
            <a:gradFill>
              <a:gsLst>
                <a:gs pos="34000">
                  <a:srgbClr val="FFFF00"/>
                </a:gs>
                <a:gs pos="84000">
                  <a:srgbClr val="FF9933"/>
                </a:gs>
              </a:gsLst>
              <a:lin ang="5400000" scaled="0"/>
            </a:gra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  <p:sp>
          <p:nvSpPr>
            <p:cNvPr id="60" name="6-конечная звезда 263">
              <a:extLst>
                <a:ext uri="{FF2B5EF4-FFF2-40B4-BE49-F238E27FC236}">
                  <a16:creationId xmlns:a16="http://schemas.microsoft.com/office/drawing/2014/main" id="{D49B31F4-AD6F-4EF5-81C7-F2A5BFFE21DD}"/>
                </a:ext>
              </a:extLst>
            </p:cNvPr>
            <p:cNvSpPr/>
            <p:nvPr/>
          </p:nvSpPr>
          <p:spPr>
            <a:xfrm>
              <a:off x="4181341" y="5228252"/>
              <a:ext cx="606490" cy="634482"/>
            </a:xfrm>
            <a:prstGeom prst="star6">
              <a:avLst/>
            </a:prstGeom>
            <a:gradFill>
              <a:gsLst>
                <a:gs pos="34000">
                  <a:srgbClr val="FFFF00"/>
                </a:gs>
                <a:gs pos="84000">
                  <a:srgbClr val="FF9933"/>
                </a:gs>
              </a:gsLst>
              <a:lin ang="5400000" scaled="0"/>
            </a:gra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</a:p>
          </p:txBody>
        </p:sp>
        <p:sp>
          <p:nvSpPr>
            <p:cNvPr id="61" name="6-конечная звезда 264">
              <a:extLst>
                <a:ext uri="{FF2B5EF4-FFF2-40B4-BE49-F238E27FC236}">
                  <a16:creationId xmlns:a16="http://schemas.microsoft.com/office/drawing/2014/main" id="{7FD8F22F-FD31-CC72-861E-5FA96AC2481F}"/>
                </a:ext>
              </a:extLst>
            </p:cNvPr>
            <p:cNvSpPr/>
            <p:nvPr/>
          </p:nvSpPr>
          <p:spPr>
            <a:xfrm>
              <a:off x="6008914" y="5253135"/>
              <a:ext cx="606490" cy="634482"/>
            </a:xfrm>
            <a:prstGeom prst="star6">
              <a:avLst/>
            </a:prstGeom>
            <a:gradFill>
              <a:gsLst>
                <a:gs pos="34000">
                  <a:srgbClr val="FFFF00"/>
                </a:gs>
                <a:gs pos="84000">
                  <a:srgbClr val="FF9933"/>
                </a:gs>
              </a:gsLst>
              <a:lin ang="5400000" scaled="0"/>
            </a:gra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</a:p>
          </p:txBody>
        </p:sp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BD3AE826-0AF7-1E8B-4E3B-C652E2753FAD}"/>
              </a:ext>
            </a:extLst>
          </p:cNvPr>
          <p:cNvGrpSpPr/>
          <p:nvPr/>
        </p:nvGrpSpPr>
        <p:grpSpPr>
          <a:xfrm>
            <a:off x="796371" y="2394416"/>
            <a:ext cx="1480297" cy="1411002"/>
            <a:chOff x="796371" y="2394416"/>
            <a:chExt cx="1480297" cy="1411002"/>
          </a:xfrm>
        </p:grpSpPr>
        <p:grpSp>
          <p:nvGrpSpPr>
            <p:cNvPr id="71" name="Группа 70">
              <a:extLst>
                <a:ext uri="{FF2B5EF4-FFF2-40B4-BE49-F238E27FC236}">
                  <a16:creationId xmlns:a16="http://schemas.microsoft.com/office/drawing/2014/main" id="{9CC94AF6-B6E6-3C92-996C-064309B6ED2F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73" name="Рисунок 72">
                <a:extLst>
                  <a:ext uri="{FF2B5EF4-FFF2-40B4-BE49-F238E27FC236}">
                    <a16:creationId xmlns:a16="http://schemas.microsoft.com/office/drawing/2014/main" id="{C5030B17-F365-3C0A-EB16-77A304EE31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74" name="Рисунок 73">
                <a:extLst>
                  <a:ext uri="{FF2B5EF4-FFF2-40B4-BE49-F238E27FC236}">
                    <a16:creationId xmlns:a16="http://schemas.microsoft.com/office/drawing/2014/main" id="{46C4B4D5-DF0B-53A4-B490-2925651EAE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72" name="Круг: прозрачная заливка 71">
              <a:extLst>
                <a:ext uri="{FF2B5EF4-FFF2-40B4-BE49-F238E27FC236}">
                  <a16:creationId xmlns:a16="http://schemas.microsoft.com/office/drawing/2014/main" id="{1714BA27-4530-621C-122F-546582EA0AE7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5BB00E9C-3ED8-C7E0-5D6E-C45ACFCEA311}"/>
              </a:ext>
            </a:extLst>
          </p:cNvPr>
          <p:cNvGrpSpPr/>
          <p:nvPr/>
        </p:nvGrpSpPr>
        <p:grpSpPr>
          <a:xfrm>
            <a:off x="3943595" y="2406889"/>
            <a:ext cx="1480297" cy="1411002"/>
            <a:chOff x="796371" y="2394416"/>
            <a:chExt cx="1480297" cy="1411002"/>
          </a:xfrm>
        </p:grpSpPr>
        <p:grpSp>
          <p:nvGrpSpPr>
            <p:cNvPr id="76" name="Группа 75">
              <a:extLst>
                <a:ext uri="{FF2B5EF4-FFF2-40B4-BE49-F238E27FC236}">
                  <a16:creationId xmlns:a16="http://schemas.microsoft.com/office/drawing/2014/main" id="{4EB2C03A-3C34-3BEC-7954-248325044399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78" name="Рисунок 77">
                <a:extLst>
                  <a:ext uri="{FF2B5EF4-FFF2-40B4-BE49-F238E27FC236}">
                    <a16:creationId xmlns:a16="http://schemas.microsoft.com/office/drawing/2014/main" id="{9F0A5081-51B0-1CC7-546A-811C424600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79" name="Рисунок 78">
                <a:extLst>
                  <a:ext uri="{FF2B5EF4-FFF2-40B4-BE49-F238E27FC236}">
                    <a16:creationId xmlns:a16="http://schemas.microsoft.com/office/drawing/2014/main" id="{068775AA-2837-0EF3-51BC-C70F869DAB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77" name="Круг: прозрачная заливка 76">
              <a:extLst>
                <a:ext uri="{FF2B5EF4-FFF2-40B4-BE49-F238E27FC236}">
                  <a16:creationId xmlns:a16="http://schemas.microsoft.com/office/drawing/2014/main" id="{A98B7DC2-2083-2A23-30C9-3708D8564306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AFA5A305-45BA-C47E-EE80-11AEAD526B45}"/>
              </a:ext>
            </a:extLst>
          </p:cNvPr>
          <p:cNvGrpSpPr/>
          <p:nvPr/>
        </p:nvGrpSpPr>
        <p:grpSpPr>
          <a:xfrm>
            <a:off x="2362695" y="864327"/>
            <a:ext cx="1480297" cy="1411002"/>
            <a:chOff x="796371" y="2394416"/>
            <a:chExt cx="1480297" cy="1411002"/>
          </a:xfrm>
        </p:grpSpPr>
        <p:grpSp>
          <p:nvGrpSpPr>
            <p:cNvPr id="81" name="Группа 80">
              <a:extLst>
                <a:ext uri="{FF2B5EF4-FFF2-40B4-BE49-F238E27FC236}">
                  <a16:creationId xmlns:a16="http://schemas.microsoft.com/office/drawing/2014/main" id="{D2344B06-325D-81BA-0432-F9540DCA64B5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83" name="Рисунок 82">
                <a:extLst>
                  <a:ext uri="{FF2B5EF4-FFF2-40B4-BE49-F238E27FC236}">
                    <a16:creationId xmlns:a16="http://schemas.microsoft.com/office/drawing/2014/main" id="{BF176AD6-2144-DCF9-E41E-073026D591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84" name="Рисунок 83">
                <a:extLst>
                  <a:ext uri="{FF2B5EF4-FFF2-40B4-BE49-F238E27FC236}">
                    <a16:creationId xmlns:a16="http://schemas.microsoft.com/office/drawing/2014/main" id="{1FF0FE2B-5479-2BBD-9795-073FE88DAC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82" name="Круг: прозрачная заливка 81">
              <a:extLst>
                <a:ext uri="{FF2B5EF4-FFF2-40B4-BE49-F238E27FC236}">
                  <a16:creationId xmlns:a16="http://schemas.microsoft.com/office/drawing/2014/main" id="{958509F7-FF7B-55AA-9A5B-90C25908692C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85" name="Группа 84">
            <a:extLst>
              <a:ext uri="{FF2B5EF4-FFF2-40B4-BE49-F238E27FC236}">
                <a16:creationId xmlns:a16="http://schemas.microsoft.com/office/drawing/2014/main" id="{18979543-8500-4BF7-F273-32D22F0F4539}"/>
              </a:ext>
            </a:extLst>
          </p:cNvPr>
          <p:cNvGrpSpPr/>
          <p:nvPr/>
        </p:nvGrpSpPr>
        <p:grpSpPr>
          <a:xfrm>
            <a:off x="-94185" y="3838578"/>
            <a:ext cx="1480297" cy="1411002"/>
            <a:chOff x="796371" y="2394416"/>
            <a:chExt cx="1480297" cy="1411002"/>
          </a:xfrm>
        </p:grpSpPr>
        <p:grpSp>
          <p:nvGrpSpPr>
            <p:cNvPr id="86" name="Группа 85">
              <a:extLst>
                <a:ext uri="{FF2B5EF4-FFF2-40B4-BE49-F238E27FC236}">
                  <a16:creationId xmlns:a16="http://schemas.microsoft.com/office/drawing/2014/main" id="{DE5C2C76-5E62-35CD-4B52-8FA9529305ED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88" name="Рисунок 87">
                <a:extLst>
                  <a:ext uri="{FF2B5EF4-FFF2-40B4-BE49-F238E27FC236}">
                    <a16:creationId xmlns:a16="http://schemas.microsoft.com/office/drawing/2014/main" id="{4F544354-662D-1395-7D29-D85D62BFC8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89" name="Рисунок 88">
                <a:extLst>
                  <a:ext uri="{FF2B5EF4-FFF2-40B4-BE49-F238E27FC236}">
                    <a16:creationId xmlns:a16="http://schemas.microsoft.com/office/drawing/2014/main" id="{E4E881F0-27C1-F8D3-A114-5119C82F2E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87" name="Круг: прозрачная заливка 86">
              <a:extLst>
                <a:ext uri="{FF2B5EF4-FFF2-40B4-BE49-F238E27FC236}">
                  <a16:creationId xmlns:a16="http://schemas.microsoft.com/office/drawing/2014/main" id="{241D21A7-1C4F-63F2-F652-0B469D096024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0" name="Группа 89">
            <a:extLst>
              <a:ext uri="{FF2B5EF4-FFF2-40B4-BE49-F238E27FC236}">
                <a16:creationId xmlns:a16="http://schemas.microsoft.com/office/drawing/2014/main" id="{26EEDF6D-7FED-1E69-6BC4-16772FBA9AEA}"/>
              </a:ext>
            </a:extLst>
          </p:cNvPr>
          <p:cNvGrpSpPr/>
          <p:nvPr/>
        </p:nvGrpSpPr>
        <p:grpSpPr>
          <a:xfrm>
            <a:off x="1732762" y="3848388"/>
            <a:ext cx="1480297" cy="1411002"/>
            <a:chOff x="796371" y="2394416"/>
            <a:chExt cx="1480297" cy="1411002"/>
          </a:xfrm>
        </p:grpSpPr>
        <p:grpSp>
          <p:nvGrpSpPr>
            <p:cNvPr id="91" name="Группа 90">
              <a:extLst>
                <a:ext uri="{FF2B5EF4-FFF2-40B4-BE49-F238E27FC236}">
                  <a16:creationId xmlns:a16="http://schemas.microsoft.com/office/drawing/2014/main" id="{5A4A84CC-0C0F-D03F-837E-83311B41CDFB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93" name="Рисунок 92">
                <a:extLst>
                  <a:ext uri="{FF2B5EF4-FFF2-40B4-BE49-F238E27FC236}">
                    <a16:creationId xmlns:a16="http://schemas.microsoft.com/office/drawing/2014/main" id="{8C8A67C3-D7F3-E084-99B8-D8286ED04F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94" name="Рисунок 93">
                <a:extLst>
                  <a:ext uri="{FF2B5EF4-FFF2-40B4-BE49-F238E27FC236}">
                    <a16:creationId xmlns:a16="http://schemas.microsoft.com/office/drawing/2014/main" id="{76C30107-ADBC-1806-A725-3D2EE20AB1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92" name="Круг: прозрачная заливка 91">
              <a:extLst>
                <a:ext uri="{FF2B5EF4-FFF2-40B4-BE49-F238E27FC236}">
                  <a16:creationId xmlns:a16="http://schemas.microsoft.com/office/drawing/2014/main" id="{FB4FC93C-9939-A098-3103-D37C22D697E1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5" name="Группа 94">
            <a:extLst>
              <a:ext uri="{FF2B5EF4-FFF2-40B4-BE49-F238E27FC236}">
                <a16:creationId xmlns:a16="http://schemas.microsoft.com/office/drawing/2014/main" id="{6CF2F974-9635-6492-05BD-B5CF5E78FBA0}"/>
              </a:ext>
            </a:extLst>
          </p:cNvPr>
          <p:cNvGrpSpPr/>
          <p:nvPr/>
        </p:nvGrpSpPr>
        <p:grpSpPr>
          <a:xfrm>
            <a:off x="3056919" y="3835687"/>
            <a:ext cx="1480297" cy="1411002"/>
            <a:chOff x="796371" y="2394416"/>
            <a:chExt cx="1480297" cy="1411002"/>
          </a:xfrm>
        </p:grpSpPr>
        <p:grpSp>
          <p:nvGrpSpPr>
            <p:cNvPr id="96" name="Группа 95">
              <a:extLst>
                <a:ext uri="{FF2B5EF4-FFF2-40B4-BE49-F238E27FC236}">
                  <a16:creationId xmlns:a16="http://schemas.microsoft.com/office/drawing/2014/main" id="{0A34682B-41EC-AC61-92D2-0E15774810F8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98" name="Рисунок 97">
                <a:extLst>
                  <a:ext uri="{FF2B5EF4-FFF2-40B4-BE49-F238E27FC236}">
                    <a16:creationId xmlns:a16="http://schemas.microsoft.com/office/drawing/2014/main" id="{9549FD03-6203-7A32-7F54-B46BE28C70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99" name="Рисунок 98">
                <a:extLst>
                  <a:ext uri="{FF2B5EF4-FFF2-40B4-BE49-F238E27FC236}">
                    <a16:creationId xmlns:a16="http://schemas.microsoft.com/office/drawing/2014/main" id="{DFBC4162-A48D-9E16-BFEE-502F9E58AA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97" name="Круг: прозрачная заливка 96">
              <a:extLst>
                <a:ext uri="{FF2B5EF4-FFF2-40B4-BE49-F238E27FC236}">
                  <a16:creationId xmlns:a16="http://schemas.microsoft.com/office/drawing/2014/main" id="{86F43383-B946-6B6E-4713-4264A3C63EB8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id="{AB000D5A-A92B-6293-E484-5ABFC80D27A8}"/>
              </a:ext>
            </a:extLst>
          </p:cNvPr>
          <p:cNvGrpSpPr/>
          <p:nvPr/>
        </p:nvGrpSpPr>
        <p:grpSpPr>
          <a:xfrm>
            <a:off x="4886808" y="3848388"/>
            <a:ext cx="1480297" cy="1411002"/>
            <a:chOff x="796371" y="2394416"/>
            <a:chExt cx="1480297" cy="1411002"/>
          </a:xfrm>
        </p:grpSpPr>
        <p:grpSp>
          <p:nvGrpSpPr>
            <p:cNvPr id="101" name="Группа 100">
              <a:extLst>
                <a:ext uri="{FF2B5EF4-FFF2-40B4-BE49-F238E27FC236}">
                  <a16:creationId xmlns:a16="http://schemas.microsoft.com/office/drawing/2014/main" id="{09C420D8-CD70-3B35-CC83-DB25CD0B98A4}"/>
                </a:ext>
              </a:extLst>
            </p:cNvPr>
            <p:cNvGrpSpPr/>
            <p:nvPr/>
          </p:nvGrpSpPr>
          <p:grpSpPr>
            <a:xfrm>
              <a:off x="796371" y="2394416"/>
              <a:ext cx="1480297" cy="1411002"/>
              <a:chOff x="4133528" y="2324098"/>
              <a:chExt cx="3924943" cy="3924943"/>
            </a:xfrm>
          </p:grpSpPr>
          <p:pic>
            <p:nvPicPr>
              <p:cNvPr id="103" name="Рисунок 102">
                <a:extLst>
                  <a:ext uri="{FF2B5EF4-FFF2-40B4-BE49-F238E27FC236}">
                    <a16:creationId xmlns:a16="http://schemas.microsoft.com/office/drawing/2014/main" id="{6B5173A2-CEF5-1AD3-9196-5E2658B7E2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3528" y="2324098"/>
                <a:ext cx="3924943" cy="3924943"/>
              </a:xfrm>
              <a:prstGeom prst="rect">
                <a:avLst/>
              </a:prstGeom>
            </p:spPr>
          </p:pic>
          <p:pic>
            <p:nvPicPr>
              <p:cNvPr id="104" name="Рисунок 103">
                <a:extLst>
                  <a:ext uri="{FF2B5EF4-FFF2-40B4-BE49-F238E27FC236}">
                    <a16:creationId xmlns:a16="http://schemas.microsoft.com/office/drawing/2014/main" id="{7031AED2-9011-898E-8172-2A8AD51FD9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2655" y="4495800"/>
                <a:ext cx="2086689" cy="1193346"/>
              </a:xfrm>
              <a:prstGeom prst="rect">
                <a:avLst/>
              </a:prstGeom>
            </p:spPr>
          </p:pic>
        </p:grpSp>
        <p:sp>
          <p:nvSpPr>
            <p:cNvPr id="102" name="Круг: прозрачная заливка 101">
              <a:extLst>
                <a:ext uri="{FF2B5EF4-FFF2-40B4-BE49-F238E27FC236}">
                  <a16:creationId xmlns:a16="http://schemas.microsoft.com/office/drawing/2014/main" id="{3D405FC3-F5F3-1FC5-7B20-1A78D1F8A604}"/>
                </a:ext>
              </a:extLst>
            </p:cNvPr>
            <p:cNvSpPr/>
            <p:nvPr/>
          </p:nvSpPr>
          <p:spPr>
            <a:xfrm>
              <a:off x="914500" y="2516575"/>
              <a:ext cx="1250507" cy="1170000"/>
            </a:xfrm>
            <a:prstGeom prst="donut">
              <a:avLst>
                <a:gd name="adj" fmla="val 4727"/>
              </a:avLst>
            </a:prstGeom>
            <a:solidFill>
              <a:srgbClr val="FCF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0052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4571</TotalTime>
  <Words>616</Words>
  <Application>Microsoft Office PowerPoint</Application>
  <PresentationFormat>Широкоэкранный</PresentationFormat>
  <Paragraphs>158</Paragraphs>
  <Slides>7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Оксана Шутова</dc:creator>
  <cp:lastModifiedBy>Оксана Шутова</cp:lastModifiedBy>
  <cp:revision>62</cp:revision>
  <dcterms:created xsi:type="dcterms:W3CDTF">2025-08-10T11:48:42Z</dcterms:created>
  <dcterms:modified xsi:type="dcterms:W3CDTF">2025-08-26T18:41:56Z</dcterms:modified>
</cp:coreProperties>
</file>