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84" r:id="rId2"/>
    <p:sldId id="2976" r:id="rId3"/>
    <p:sldId id="2949" r:id="rId4"/>
    <p:sldId id="2950" r:id="rId5"/>
    <p:sldId id="2951" r:id="rId6"/>
    <p:sldId id="295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E8E7DF"/>
    <a:srgbClr val="FF33CC"/>
    <a:srgbClr val="00B0F0"/>
    <a:srgbClr val="764E6A"/>
    <a:srgbClr val="FFFF00"/>
    <a:srgbClr val="FF0000"/>
    <a:srgbClr val="33CC33"/>
    <a:srgbClr val="66FFFF"/>
    <a:srgbClr val="AC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F31FE-C02B-4133-8CD9-BDFEAD682645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4F372-1A71-4B0D-8E8A-8F3F51C9F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30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49D6D-DB0D-4885-D99B-30829D91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9A73D8B-76F2-1B66-19AE-6630BA875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13F3697-5014-BA9C-7C7E-ADCB7FB9A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499196-64E5-BD57-AED5-FE3D6099B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588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8524-F6DC-7329-5C8A-55B09B31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DE8686E-B7C3-BC00-A4AD-590DE7BC7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5D73C4-25BA-B977-A1EC-8D418A6D5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3A4B6D-5BA3-F910-E9C2-9BA58B83D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339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C4BEA-32B5-BEA9-3EE9-02D330CF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F4FAC0-2462-4527-EAE4-F897D91A2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CF9CCD-16BB-6E91-BCCC-B75BAC843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0F3555-522C-D662-46E0-92D4A2481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410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97E6-E39C-0C5B-A917-5A97F0A0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2058D42-B189-E274-7638-21BA8295C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D4F5D1-A75D-D37E-1E78-F8C71EE50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E9E989-5553-5AA6-54F8-F7A0E7D71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927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A5DE3-5E28-B447-9A3E-E2CEA0519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A478B3-88E3-D426-6D6A-DB8D8F340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AB96A85-C155-AF3F-234D-37902E1EE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91A73B-41B9-F711-8699-B0DAC9C7A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F372-1A71-4B0D-8E8A-8F3F51C9F9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364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7EAE3-DE5D-C8CD-D69F-CDDC20AA7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06A98-C438-0F82-96A8-FD0F27099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1A94A3-0388-CDAB-8883-AA0B6A0A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EADCEE-5EE0-DA25-9476-0225DC32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5E1E7A-A6AD-96E0-45F8-8F6D0290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83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BF382-5DC0-9598-9F7D-8C7DD7F0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EC19E-7976-14A1-9457-BBFFD02C7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56BDD2-B822-312D-EECD-DD4427CE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3C43EE-845B-0C99-A867-50227018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679E95-755E-BDC7-8A1B-80CC159D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2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7642A-4B01-DCBD-E32F-5C6067394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B548BD-DFB4-7247-CEB2-4F756D9C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3B85C4-9284-2CFB-6D55-40A99AA0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8C16F-56E3-9442-049F-7AFAFF47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EB3EE7-268E-822F-61CD-DC33AFC0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16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30EFE-A7CD-C196-B8D7-CC40A76D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F939FC-E1C3-BE21-5692-5DE052A7F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77FDFA-8A97-0441-E74C-7E37F8705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4CAB2E-F562-64A9-BBA6-F80A6184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C5084A-8444-D3E6-719E-C9D59166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69EFBD-81B5-8254-7348-0FA48A7C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60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D4E97-FAC4-E792-27B5-97A5C98A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F7CB33-E897-F720-E76A-C90EB168D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E9A974-AFB2-5E02-C898-8E80B0589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FB9DE92-A753-1A9C-23A0-47C602825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3B0F0D-E54D-64F1-C245-9FD914238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14AC3AF-374D-CBD2-DCF5-99D978CD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1FF9EE-415A-747A-6F41-4FF4F9DE5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11CF7A-D2FE-564F-217E-82C7D6E9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07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A5B27-0C70-5E24-A5A2-43E2EC0F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162964-BC93-BF38-FDDF-112B8360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5D2576-608B-0FC5-CA95-F6356462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F64C4A-7989-B736-6D1D-48258DBD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60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6016570-170B-A386-DFBB-41BACED5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C75C0D-1B40-3C64-19FD-025409B4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F80B41-20F8-B7CA-6E0C-B77409F9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3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F655E-F5F2-4FF3-AC02-E0522476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2363C5-A0B9-A8A7-0457-B3705B139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038160-668E-3842-1140-90E082910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8FA96-33F2-62F8-1283-F08E3793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0D99F7-79DD-616F-AACC-8161FE05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CE457F-1487-8A31-41C6-BA5A2148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50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C8E9F-B829-0535-0B39-E437A141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1B90DE2-DA2C-F71B-8166-2725D7948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9D5A9-A308-92F6-7CE1-8E722EA4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3EB37B-1AC8-35D4-41B2-7DE5520B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E70B9A-6294-D4B2-F70C-ED710E4B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44BFE-DB70-952F-0793-243C7B26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55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51941-E752-DB28-6455-BDE59871D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4BF399-D36E-E7DC-F6AF-DBFC532ED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BAFDB6-CF9C-F267-9EB5-8350CA61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3176C8-0733-2625-0E5C-39CAE35E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CAA09-0784-7E48-83E2-4BC5296B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99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9F2F5F-F089-6648-8AE9-84AE64613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754BCA-5726-D434-175A-5D15ED8DF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A48305-F3D2-519D-89EE-11D0BF95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46BCBF-76D8-BFB3-A788-A70F69B9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A4C72B-94A9-4E12-6202-9C6C5220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51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9E8F1-A4CD-48E5-84BB-D7CFDDF8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44D679-AE04-A6C3-F2AF-0D2F8140B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8DED9F-6AAA-AC10-09A1-05E48D946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EB57F-F57F-E460-7D44-BF27CF640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F28281-5725-017A-CC7E-2734CF38A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22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5">
            <a:extLst>
              <a:ext uri="{FF2B5EF4-FFF2-40B4-BE49-F238E27FC236}">
                <a16:creationId xmlns:a16="http://schemas.microsoft.com/office/drawing/2014/main" id="{D79C5D1B-817A-6658-5DA0-15FF887CFE5F}"/>
              </a:ext>
            </a:extLst>
          </p:cNvPr>
          <p:cNvGrpSpPr/>
          <p:nvPr/>
        </p:nvGrpSpPr>
        <p:grpSpPr>
          <a:xfrm>
            <a:off x="8718816" y="2850854"/>
            <a:ext cx="3081599" cy="1440004"/>
            <a:chOff x="8399463" y="2936873"/>
            <a:chExt cx="2725736" cy="976315"/>
          </a:xfrm>
          <a:solidFill>
            <a:srgbClr val="00FF00"/>
          </a:solidFill>
        </p:grpSpPr>
        <p:sp>
          <p:nvSpPr>
            <p:cNvPr id="3" name="Freeform 37">
              <a:extLst>
                <a:ext uri="{FF2B5EF4-FFF2-40B4-BE49-F238E27FC236}">
                  <a16:creationId xmlns:a16="http://schemas.microsoft.com/office/drawing/2014/main" id="{8505D26F-08E2-EF19-DBE1-7C0EF3183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2936875"/>
              <a:ext cx="642938" cy="976313"/>
            </a:xfrm>
            <a:custGeom>
              <a:avLst/>
              <a:gdLst>
                <a:gd name="T0" fmla="*/ 89 w 169"/>
                <a:gd name="T1" fmla="*/ 92 h 256"/>
                <a:gd name="T2" fmla="*/ 147 w 169"/>
                <a:gd name="T3" fmla="*/ 112 h 256"/>
                <a:gd name="T4" fmla="*/ 169 w 169"/>
                <a:gd name="T5" fmla="*/ 168 h 256"/>
                <a:gd name="T6" fmla="*/ 143 w 169"/>
                <a:gd name="T7" fmla="*/ 234 h 256"/>
                <a:gd name="T8" fmla="*/ 68 w 169"/>
                <a:gd name="T9" fmla="*/ 256 h 256"/>
                <a:gd name="T10" fmla="*/ 0 w 169"/>
                <a:gd name="T11" fmla="*/ 243 h 256"/>
                <a:gd name="T12" fmla="*/ 0 w 169"/>
                <a:gd name="T13" fmla="*/ 197 h 256"/>
                <a:gd name="T14" fmla="*/ 32 w 169"/>
                <a:gd name="T15" fmla="*/ 208 h 256"/>
                <a:gd name="T16" fmla="*/ 66 w 169"/>
                <a:gd name="T17" fmla="*/ 213 h 256"/>
                <a:gd name="T18" fmla="*/ 115 w 169"/>
                <a:gd name="T19" fmla="*/ 173 h 256"/>
                <a:gd name="T20" fmla="*/ 64 w 169"/>
                <a:gd name="T21" fmla="*/ 135 h 256"/>
                <a:gd name="T22" fmla="*/ 44 w 169"/>
                <a:gd name="T23" fmla="*/ 137 h 256"/>
                <a:gd name="T24" fmla="*/ 26 w 169"/>
                <a:gd name="T25" fmla="*/ 140 h 256"/>
                <a:gd name="T26" fmla="*/ 5 w 169"/>
                <a:gd name="T27" fmla="*/ 129 h 256"/>
                <a:gd name="T28" fmla="*/ 14 w 169"/>
                <a:gd name="T29" fmla="*/ 0 h 256"/>
                <a:gd name="T30" fmla="*/ 151 w 169"/>
                <a:gd name="T31" fmla="*/ 0 h 256"/>
                <a:gd name="T32" fmla="*/ 151 w 169"/>
                <a:gd name="T33" fmla="*/ 46 h 256"/>
                <a:gd name="T34" fmla="*/ 61 w 169"/>
                <a:gd name="T35" fmla="*/ 46 h 256"/>
                <a:gd name="T36" fmla="*/ 57 w 169"/>
                <a:gd name="T37" fmla="*/ 95 h 256"/>
                <a:gd name="T38" fmla="*/ 63 w 169"/>
                <a:gd name="T39" fmla="*/ 94 h 256"/>
                <a:gd name="T40" fmla="*/ 89 w 169"/>
                <a:gd name="T41" fmla="*/ 9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9" h="256">
                  <a:moveTo>
                    <a:pt x="89" y="92"/>
                  </a:moveTo>
                  <a:cubicBezTo>
                    <a:pt x="113" y="92"/>
                    <a:pt x="133" y="98"/>
                    <a:pt x="147" y="112"/>
                  </a:cubicBezTo>
                  <a:cubicBezTo>
                    <a:pt x="162" y="126"/>
                    <a:pt x="169" y="145"/>
                    <a:pt x="169" y="168"/>
                  </a:cubicBezTo>
                  <a:cubicBezTo>
                    <a:pt x="169" y="197"/>
                    <a:pt x="160" y="218"/>
                    <a:pt x="143" y="234"/>
                  </a:cubicBezTo>
                  <a:cubicBezTo>
                    <a:pt x="125" y="249"/>
                    <a:pt x="100" y="256"/>
                    <a:pt x="68" y="256"/>
                  </a:cubicBezTo>
                  <a:cubicBezTo>
                    <a:pt x="40" y="256"/>
                    <a:pt x="17" y="252"/>
                    <a:pt x="0" y="243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9" y="201"/>
                    <a:pt x="20" y="205"/>
                    <a:pt x="32" y="208"/>
                  </a:cubicBezTo>
                  <a:cubicBezTo>
                    <a:pt x="44" y="211"/>
                    <a:pt x="55" y="213"/>
                    <a:pt x="66" y="213"/>
                  </a:cubicBezTo>
                  <a:cubicBezTo>
                    <a:pt x="99" y="213"/>
                    <a:pt x="115" y="200"/>
                    <a:pt x="115" y="173"/>
                  </a:cubicBezTo>
                  <a:cubicBezTo>
                    <a:pt x="115" y="147"/>
                    <a:pt x="98" y="135"/>
                    <a:pt x="64" y="135"/>
                  </a:cubicBezTo>
                  <a:cubicBezTo>
                    <a:pt x="58" y="135"/>
                    <a:pt x="52" y="135"/>
                    <a:pt x="44" y="137"/>
                  </a:cubicBezTo>
                  <a:cubicBezTo>
                    <a:pt x="37" y="138"/>
                    <a:pt x="31" y="139"/>
                    <a:pt x="26" y="140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70" y="92"/>
                    <a:pt x="78" y="92"/>
                    <a:pt x="89" y="92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238B1AC2-AF8F-B983-B6CF-50B7EA9F0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9499" y="2936873"/>
              <a:ext cx="2425700" cy="976313"/>
            </a:xfrm>
            <a:custGeom>
              <a:avLst/>
              <a:gdLst>
                <a:gd name="T0" fmla="*/ 92 w 637"/>
                <a:gd name="T1" fmla="*/ 0 h 256"/>
                <a:gd name="T2" fmla="*/ 92 w 637"/>
                <a:gd name="T3" fmla="*/ 65 h 256"/>
                <a:gd name="T4" fmla="*/ 0 w 637"/>
                <a:gd name="T5" fmla="*/ 65 h 256"/>
                <a:gd name="T6" fmla="*/ 0 w 637"/>
                <a:gd name="T7" fmla="*/ 72 h 256"/>
                <a:gd name="T8" fmla="*/ 10 w 637"/>
                <a:gd name="T9" fmla="*/ 72 h 256"/>
                <a:gd name="T10" fmla="*/ 82 w 637"/>
                <a:gd name="T11" fmla="*/ 98 h 256"/>
                <a:gd name="T12" fmla="*/ 109 w 637"/>
                <a:gd name="T13" fmla="*/ 168 h 256"/>
                <a:gd name="T14" fmla="*/ 77 w 637"/>
                <a:gd name="T15" fmla="*/ 248 h 256"/>
                <a:gd name="T16" fmla="*/ 66 w 637"/>
                <a:gd name="T17" fmla="*/ 256 h 256"/>
                <a:gd name="T18" fmla="*/ 509 w 637"/>
                <a:gd name="T19" fmla="*/ 256 h 256"/>
                <a:gd name="T20" fmla="*/ 637 w 637"/>
                <a:gd name="T21" fmla="*/ 128 h 256"/>
                <a:gd name="T22" fmla="*/ 637 w 637"/>
                <a:gd name="T23" fmla="*/ 128 h 256"/>
                <a:gd name="T24" fmla="*/ 509 w 637"/>
                <a:gd name="T25" fmla="*/ 0 h 256"/>
                <a:gd name="T26" fmla="*/ 92 w 637"/>
                <a:gd name="T27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7" h="256">
                  <a:moveTo>
                    <a:pt x="92" y="0"/>
                  </a:moveTo>
                  <a:cubicBezTo>
                    <a:pt x="92" y="65"/>
                    <a:pt x="92" y="65"/>
                    <a:pt x="92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2"/>
                    <a:pt x="6" y="72"/>
                    <a:pt x="10" y="72"/>
                  </a:cubicBezTo>
                  <a:cubicBezTo>
                    <a:pt x="39" y="72"/>
                    <a:pt x="63" y="81"/>
                    <a:pt x="82" y="98"/>
                  </a:cubicBezTo>
                  <a:cubicBezTo>
                    <a:pt x="100" y="115"/>
                    <a:pt x="109" y="139"/>
                    <a:pt x="109" y="168"/>
                  </a:cubicBezTo>
                  <a:cubicBezTo>
                    <a:pt x="109" y="202"/>
                    <a:pt x="98" y="229"/>
                    <a:pt x="77" y="248"/>
                  </a:cubicBezTo>
                  <a:cubicBezTo>
                    <a:pt x="73" y="251"/>
                    <a:pt x="70" y="254"/>
                    <a:pt x="66" y="256"/>
                  </a:cubicBezTo>
                  <a:cubicBezTo>
                    <a:pt x="509" y="256"/>
                    <a:pt x="509" y="256"/>
                    <a:pt x="509" y="256"/>
                  </a:cubicBezTo>
                  <a:cubicBezTo>
                    <a:pt x="579" y="256"/>
                    <a:pt x="637" y="199"/>
                    <a:pt x="637" y="128"/>
                  </a:cubicBezTo>
                  <a:cubicBezTo>
                    <a:pt x="637" y="128"/>
                    <a:pt x="637" y="128"/>
                    <a:pt x="637" y="128"/>
                  </a:cubicBezTo>
                  <a:cubicBezTo>
                    <a:pt x="637" y="58"/>
                    <a:pt x="579" y="0"/>
                    <a:pt x="509" y="0"/>
                  </a:cubicBezTo>
                  <a:lnTo>
                    <a:pt x="92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На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USDT</a:t>
              </a:r>
              <a:endPara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63">
            <a:extLst>
              <a:ext uri="{FF2B5EF4-FFF2-40B4-BE49-F238E27FC236}">
                <a16:creationId xmlns:a16="http://schemas.microsoft.com/office/drawing/2014/main" id="{7C91DFBA-E29E-6841-D340-24C3A1F5945E}"/>
              </a:ext>
            </a:extLst>
          </p:cNvPr>
          <p:cNvGrpSpPr/>
          <p:nvPr/>
        </p:nvGrpSpPr>
        <p:grpSpPr>
          <a:xfrm>
            <a:off x="8718816" y="661811"/>
            <a:ext cx="3409200" cy="1440000"/>
            <a:chOff x="8399463" y="1417638"/>
            <a:chExt cx="2698750" cy="974725"/>
          </a:xfrm>
          <a:solidFill>
            <a:srgbClr val="EEEE44"/>
          </a:solidFill>
        </p:grpSpPr>
        <p:sp>
          <p:nvSpPr>
            <p:cNvPr id="6" name="Freeform 40">
              <a:extLst>
                <a:ext uri="{FF2B5EF4-FFF2-40B4-BE49-F238E27FC236}">
                  <a16:creationId xmlns:a16="http://schemas.microsoft.com/office/drawing/2014/main" id="{27E9ED3F-6311-5518-D66D-CBB023A190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9463" y="1417638"/>
              <a:ext cx="735013" cy="974725"/>
            </a:xfrm>
            <a:custGeom>
              <a:avLst/>
              <a:gdLst>
                <a:gd name="T0" fmla="*/ 193 w 193"/>
                <a:gd name="T1" fmla="*/ 203 h 256"/>
                <a:gd name="T2" fmla="*/ 162 w 193"/>
                <a:gd name="T3" fmla="*/ 203 h 256"/>
                <a:gd name="T4" fmla="*/ 162 w 193"/>
                <a:gd name="T5" fmla="*/ 256 h 256"/>
                <a:gd name="T6" fmla="*/ 110 w 193"/>
                <a:gd name="T7" fmla="*/ 256 h 256"/>
                <a:gd name="T8" fmla="*/ 110 w 193"/>
                <a:gd name="T9" fmla="*/ 203 h 256"/>
                <a:gd name="T10" fmla="*/ 0 w 193"/>
                <a:gd name="T11" fmla="*/ 203 h 256"/>
                <a:gd name="T12" fmla="*/ 0 w 193"/>
                <a:gd name="T13" fmla="*/ 166 h 256"/>
                <a:gd name="T14" fmla="*/ 113 w 193"/>
                <a:gd name="T15" fmla="*/ 0 h 256"/>
                <a:gd name="T16" fmla="*/ 162 w 193"/>
                <a:gd name="T17" fmla="*/ 0 h 256"/>
                <a:gd name="T18" fmla="*/ 162 w 193"/>
                <a:gd name="T19" fmla="*/ 161 h 256"/>
                <a:gd name="T20" fmla="*/ 193 w 193"/>
                <a:gd name="T21" fmla="*/ 161 h 256"/>
                <a:gd name="T22" fmla="*/ 193 w 193"/>
                <a:gd name="T23" fmla="*/ 203 h 256"/>
                <a:gd name="T24" fmla="*/ 110 w 193"/>
                <a:gd name="T25" fmla="*/ 161 h 256"/>
                <a:gd name="T26" fmla="*/ 110 w 193"/>
                <a:gd name="T27" fmla="*/ 118 h 256"/>
                <a:gd name="T28" fmla="*/ 110 w 193"/>
                <a:gd name="T29" fmla="*/ 86 h 256"/>
                <a:gd name="T30" fmla="*/ 112 w 193"/>
                <a:gd name="T31" fmla="*/ 62 h 256"/>
                <a:gd name="T32" fmla="*/ 110 w 193"/>
                <a:gd name="T33" fmla="*/ 62 h 256"/>
                <a:gd name="T34" fmla="*/ 95 w 193"/>
                <a:gd name="T35" fmla="*/ 90 h 256"/>
                <a:gd name="T36" fmla="*/ 48 w 193"/>
                <a:gd name="T37" fmla="*/ 161 h 256"/>
                <a:gd name="T38" fmla="*/ 110 w 193"/>
                <a:gd name="T39" fmla="*/ 161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3" h="256">
                  <a:moveTo>
                    <a:pt x="193" y="203"/>
                  </a:moveTo>
                  <a:cubicBezTo>
                    <a:pt x="162" y="203"/>
                    <a:pt x="162" y="203"/>
                    <a:pt x="162" y="203"/>
                  </a:cubicBezTo>
                  <a:cubicBezTo>
                    <a:pt x="162" y="256"/>
                    <a:pt x="162" y="256"/>
                    <a:pt x="162" y="256"/>
                  </a:cubicBezTo>
                  <a:cubicBezTo>
                    <a:pt x="110" y="256"/>
                    <a:pt x="110" y="256"/>
                    <a:pt x="110" y="256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161"/>
                    <a:pt x="162" y="161"/>
                    <a:pt x="162" y="161"/>
                  </a:cubicBezTo>
                  <a:cubicBezTo>
                    <a:pt x="193" y="161"/>
                    <a:pt x="193" y="161"/>
                    <a:pt x="193" y="161"/>
                  </a:cubicBezTo>
                  <a:lnTo>
                    <a:pt x="193" y="203"/>
                  </a:lnTo>
                  <a:close/>
                  <a:moveTo>
                    <a:pt x="110" y="161"/>
                  </a:moveTo>
                  <a:cubicBezTo>
                    <a:pt x="110" y="118"/>
                    <a:pt x="110" y="118"/>
                    <a:pt x="110" y="118"/>
                  </a:cubicBezTo>
                  <a:cubicBezTo>
                    <a:pt x="110" y="111"/>
                    <a:pt x="110" y="100"/>
                    <a:pt x="110" y="86"/>
                  </a:cubicBezTo>
                  <a:cubicBezTo>
                    <a:pt x="111" y="72"/>
                    <a:pt x="111" y="64"/>
                    <a:pt x="112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106" y="72"/>
                    <a:pt x="101" y="81"/>
                    <a:pt x="95" y="90"/>
                  </a:cubicBezTo>
                  <a:cubicBezTo>
                    <a:pt x="48" y="161"/>
                    <a:pt x="48" y="161"/>
                    <a:pt x="48" y="161"/>
                  </a:cubicBezTo>
                  <a:lnTo>
                    <a:pt x="110" y="16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" name="Freeform 41">
              <a:extLst>
                <a:ext uri="{FF2B5EF4-FFF2-40B4-BE49-F238E27FC236}">
                  <a16:creationId xmlns:a16="http://schemas.microsoft.com/office/drawing/2014/main" id="{110E9F4F-6099-9656-2BEA-7C8751389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1613" y="1417638"/>
              <a:ext cx="2006600" cy="974725"/>
            </a:xfrm>
            <a:custGeom>
              <a:avLst/>
              <a:gdLst>
                <a:gd name="T0" fmla="*/ 0 w 527"/>
                <a:gd name="T1" fmla="*/ 0 h 256"/>
                <a:gd name="T2" fmla="*/ 0 w 527"/>
                <a:gd name="T3" fmla="*/ 142 h 256"/>
                <a:gd name="T4" fmla="*/ 31 w 527"/>
                <a:gd name="T5" fmla="*/ 142 h 256"/>
                <a:gd name="T6" fmla="*/ 31 w 527"/>
                <a:gd name="T7" fmla="*/ 223 h 256"/>
                <a:gd name="T8" fmla="*/ 0 w 527"/>
                <a:gd name="T9" fmla="*/ 223 h 256"/>
                <a:gd name="T10" fmla="*/ 0 w 527"/>
                <a:gd name="T11" fmla="*/ 256 h 256"/>
                <a:gd name="T12" fmla="*/ 399 w 527"/>
                <a:gd name="T13" fmla="*/ 256 h 256"/>
                <a:gd name="T14" fmla="*/ 527 w 527"/>
                <a:gd name="T15" fmla="*/ 128 h 256"/>
                <a:gd name="T16" fmla="*/ 527 w 527"/>
                <a:gd name="T17" fmla="*/ 128 h 256"/>
                <a:gd name="T18" fmla="*/ 399 w 527"/>
                <a:gd name="T19" fmla="*/ 0 h 256"/>
                <a:gd name="T20" fmla="*/ 0 w 527"/>
                <a:gd name="T21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7" h="256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1" y="223"/>
                    <a:pt x="31" y="223"/>
                    <a:pt x="31" y="223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399" y="256"/>
                    <a:pt x="399" y="256"/>
                    <a:pt x="399" y="256"/>
                  </a:cubicBezTo>
                  <a:cubicBezTo>
                    <a:pt x="470" y="256"/>
                    <a:pt x="527" y="199"/>
                    <a:pt x="527" y="128"/>
                  </a:cubicBezTo>
                  <a:cubicBezTo>
                    <a:pt x="527" y="128"/>
                    <a:pt x="527" y="128"/>
                    <a:pt x="527" y="128"/>
                  </a:cubicBezTo>
                  <a:cubicBezTo>
                    <a:pt x="527" y="58"/>
                    <a:pt x="470" y="0"/>
                    <a:pt x="39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800" b="1" dirty="0">
                  <a:latin typeface="Times New Roman" pitchFamily="18" charset="0"/>
                  <a:cs typeface="Times New Roman" pitchFamily="18" charset="0"/>
                </a:rPr>
                <a:t>Выплата </a:t>
              </a:r>
              <a:endParaRPr lang="en-US" sz="2800" b="1" dirty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ru-RU" sz="2800" b="1" dirty="0">
                  <a:latin typeface="Times New Roman" pitchFamily="18" charset="0"/>
                  <a:cs typeface="Times New Roman" pitchFamily="18" charset="0"/>
                </a:rPr>
                <a:t>91 000</a:t>
              </a:r>
              <a:r>
                <a:rPr lang="en-US" sz="2800" b="1" dirty="0">
                  <a:latin typeface="Times New Roman" pitchFamily="18" charset="0"/>
                  <a:cs typeface="Times New Roman" pitchFamily="18" charset="0"/>
                </a:rPr>
                <a:t> USDT</a:t>
              </a:r>
              <a:r>
                <a:rPr lang="ru-RU" sz="2800" b="1" dirty="0"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</p:grpSp>
      <p:sp>
        <p:nvSpPr>
          <p:cNvPr id="8" name="Freeform 44">
            <a:extLst>
              <a:ext uri="{FF2B5EF4-FFF2-40B4-BE49-F238E27FC236}">
                <a16:creationId xmlns:a16="http://schemas.microsoft.com/office/drawing/2014/main" id="{DBB6B93B-4916-4561-ECDE-B65055CD3016}"/>
              </a:ext>
            </a:extLst>
          </p:cNvPr>
          <p:cNvSpPr>
            <a:spLocks/>
          </p:cNvSpPr>
          <p:nvPr/>
        </p:nvSpPr>
        <p:spPr bwMode="auto">
          <a:xfrm>
            <a:off x="3343085" y="4448175"/>
            <a:ext cx="7938" cy="7938"/>
          </a:xfrm>
          <a:custGeom>
            <a:avLst/>
            <a:gdLst>
              <a:gd name="T0" fmla="*/ 0 w 2"/>
              <a:gd name="T1" fmla="*/ 2 h 2"/>
              <a:gd name="T2" fmla="*/ 2 w 2"/>
              <a:gd name="T3" fmla="*/ 2 h 2"/>
              <a:gd name="T4" fmla="*/ 2 w 2"/>
              <a:gd name="T5" fmla="*/ 0 h 2"/>
              <a:gd name="T6" fmla="*/ 0 w 2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2" y="2"/>
                  <a:pt x="2" y="2"/>
                  <a:pt x="2" y="2"/>
                </a:cubicBezTo>
                <a:cubicBezTo>
                  <a:pt x="2" y="0"/>
                  <a:pt x="2" y="0"/>
                  <a:pt x="2" y="0"/>
                </a:cubicBezTo>
                <a:cubicBezTo>
                  <a:pt x="1" y="1"/>
                  <a:pt x="1" y="1"/>
                  <a:pt x="0" y="2"/>
                </a:cubicBezTo>
                <a:close/>
              </a:path>
            </a:pathLst>
          </a:custGeom>
          <a:solidFill>
            <a:srgbClr val="A220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x-none"/>
          </a:p>
        </p:txBody>
      </p:sp>
      <p:grpSp>
        <p:nvGrpSpPr>
          <p:cNvPr id="9" name="Group 64">
            <a:extLst>
              <a:ext uri="{FF2B5EF4-FFF2-40B4-BE49-F238E27FC236}">
                <a16:creationId xmlns:a16="http://schemas.microsoft.com/office/drawing/2014/main" id="{0F92240D-1CA8-873F-6E24-D7E0C412C674}"/>
              </a:ext>
            </a:extLst>
          </p:cNvPr>
          <p:cNvGrpSpPr/>
          <p:nvPr/>
        </p:nvGrpSpPr>
        <p:grpSpPr>
          <a:xfrm>
            <a:off x="429827" y="2850854"/>
            <a:ext cx="3080903" cy="1440000"/>
            <a:chOff x="987552" y="2927731"/>
            <a:chExt cx="2704973" cy="985457"/>
          </a:xfrm>
          <a:solidFill>
            <a:srgbClr val="00FF00"/>
          </a:solidFill>
        </p:grpSpPr>
        <p:sp>
          <p:nvSpPr>
            <p:cNvPr id="10" name="Freeform 43">
              <a:extLst>
                <a:ext uri="{FF2B5EF4-FFF2-40B4-BE49-F238E27FC236}">
                  <a16:creationId xmlns:a16="http://schemas.microsoft.com/office/drawing/2014/main" id="{43DC933E-084A-FAE0-EB16-87587BE1D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552" y="2927731"/>
              <a:ext cx="2423160" cy="976313"/>
            </a:xfrm>
            <a:custGeom>
              <a:avLst/>
              <a:gdLst>
                <a:gd name="T0" fmla="*/ 495 w 611"/>
                <a:gd name="T1" fmla="*/ 211 h 256"/>
                <a:gd name="T2" fmla="*/ 564 w 611"/>
                <a:gd name="T3" fmla="*/ 141 h 256"/>
                <a:gd name="T4" fmla="*/ 599 w 611"/>
                <a:gd name="T5" fmla="*/ 103 h 256"/>
                <a:gd name="T6" fmla="*/ 609 w 611"/>
                <a:gd name="T7" fmla="*/ 87 h 256"/>
                <a:gd name="T8" fmla="*/ 611 w 611"/>
                <a:gd name="T9" fmla="*/ 75 h 256"/>
                <a:gd name="T10" fmla="*/ 609 w 611"/>
                <a:gd name="T11" fmla="*/ 67 h 256"/>
                <a:gd name="T12" fmla="*/ 600 w 611"/>
                <a:gd name="T13" fmla="*/ 65 h 256"/>
                <a:gd name="T14" fmla="*/ 580 w 611"/>
                <a:gd name="T15" fmla="*/ 69 h 256"/>
                <a:gd name="T16" fmla="*/ 555 w 611"/>
                <a:gd name="T17" fmla="*/ 86 h 256"/>
                <a:gd name="T18" fmla="*/ 540 w 611"/>
                <a:gd name="T19" fmla="*/ 98 h 256"/>
                <a:gd name="T20" fmla="*/ 486 w 611"/>
                <a:gd name="T21" fmla="*/ 34 h 256"/>
                <a:gd name="T22" fmla="*/ 501 w 611"/>
                <a:gd name="T23" fmla="*/ 21 h 256"/>
                <a:gd name="T24" fmla="*/ 529 w 611"/>
                <a:gd name="T25" fmla="*/ 0 h 256"/>
                <a:gd name="T26" fmla="*/ 128 w 611"/>
                <a:gd name="T27" fmla="*/ 0 h 256"/>
                <a:gd name="T28" fmla="*/ 0 w 611"/>
                <a:gd name="T29" fmla="*/ 128 h 256"/>
                <a:gd name="T30" fmla="*/ 0 w 611"/>
                <a:gd name="T31" fmla="*/ 128 h 256"/>
                <a:gd name="T32" fmla="*/ 128 w 611"/>
                <a:gd name="T33" fmla="*/ 256 h 256"/>
                <a:gd name="T34" fmla="*/ 495 w 611"/>
                <a:gd name="T35" fmla="*/ 256 h 256"/>
                <a:gd name="T36" fmla="*/ 495 w 611"/>
                <a:gd name="T37" fmla="*/ 211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1" h="256">
                  <a:moveTo>
                    <a:pt x="495" y="211"/>
                  </a:moveTo>
                  <a:cubicBezTo>
                    <a:pt x="564" y="141"/>
                    <a:pt x="564" y="141"/>
                    <a:pt x="564" y="141"/>
                  </a:cubicBezTo>
                  <a:cubicBezTo>
                    <a:pt x="586" y="118"/>
                    <a:pt x="595" y="108"/>
                    <a:pt x="599" y="103"/>
                  </a:cubicBezTo>
                  <a:cubicBezTo>
                    <a:pt x="604" y="97"/>
                    <a:pt x="607" y="92"/>
                    <a:pt x="609" y="87"/>
                  </a:cubicBezTo>
                  <a:cubicBezTo>
                    <a:pt x="610" y="83"/>
                    <a:pt x="611" y="79"/>
                    <a:pt x="611" y="75"/>
                  </a:cubicBezTo>
                  <a:cubicBezTo>
                    <a:pt x="611" y="70"/>
                    <a:pt x="610" y="68"/>
                    <a:pt x="609" y="67"/>
                  </a:cubicBezTo>
                  <a:cubicBezTo>
                    <a:pt x="607" y="65"/>
                    <a:pt x="604" y="65"/>
                    <a:pt x="600" y="65"/>
                  </a:cubicBezTo>
                  <a:cubicBezTo>
                    <a:pt x="593" y="65"/>
                    <a:pt x="587" y="66"/>
                    <a:pt x="580" y="69"/>
                  </a:cubicBezTo>
                  <a:cubicBezTo>
                    <a:pt x="572" y="73"/>
                    <a:pt x="564" y="79"/>
                    <a:pt x="555" y="86"/>
                  </a:cubicBezTo>
                  <a:cubicBezTo>
                    <a:pt x="540" y="98"/>
                    <a:pt x="540" y="98"/>
                    <a:pt x="540" y="98"/>
                  </a:cubicBezTo>
                  <a:cubicBezTo>
                    <a:pt x="486" y="34"/>
                    <a:pt x="486" y="34"/>
                    <a:pt x="486" y="34"/>
                  </a:cubicBezTo>
                  <a:cubicBezTo>
                    <a:pt x="501" y="21"/>
                    <a:pt x="501" y="21"/>
                    <a:pt x="501" y="21"/>
                  </a:cubicBezTo>
                  <a:cubicBezTo>
                    <a:pt x="512" y="12"/>
                    <a:pt x="521" y="5"/>
                    <a:pt x="529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58" y="0"/>
                    <a:pt x="0" y="5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99"/>
                    <a:pt x="58" y="256"/>
                    <a:pt x="128" y="256"/>
                  </a:cubicBezTo>
                  <a:cubicBezTo>
                    <a:pt x="495" y="256"/>
                    <a:pt x="495" y="256"/>
                    <a:pt x="495" y="256"/>
                  </a:cubicBezTo>
                  <a:lnTo>
                    <a:pt x="495" y="21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уровней </a:t>
              </a:r>
            </a:p>
          </p:txBody>
        </p:sp>
        <p:sp>
          <p:nvSpPr>
            <p:cNvPr id="11" name="Freeform 45">
              <a:extLst>
                <a:ext uri="{FF2B5EF4-FFF2-40B4-BE49-F238E27FC236}">
                  <a16:creationId xmlns:a16="http://schemas.microsoft.com/office/drawing/2014/main" id="{18B5E7F5-1B3F-09BC-6799-A03CE66AE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425" y="2936875"/>
              <a:ext cx="673100" cy="976313"/>
            </a:xfrm>
            <a:custGeom>
              <a:avLst/>
              <a:gdLst>
                <a:gd name="T0" fmla="*/ 177 w 177"/>
                <a:gd name="T1" fmla="*/ 256 h 256"/>
                <a:gd name="T2" fmla="*/ 0 w 177"/>
                <a:gd name="T3" fmla="*/ 256 h 256"/>
                <a:gd name="T4" fmla="*/ 0 w 177"/>
                <a:gd name="T5" fmla="*/ 219 h 256"/>
                <a:gd name="T6" fmla="*/ 64 w 177"/>
                <a:gd name="T7" fmla="*/ 155 h 256"/>
                <a:gd name="T8" fmla="*/ 101 w 177"/>
                <a:gd name="T9" fmla="*/ 115 h 256"/>
                <a:gd name="T10" fmla="*/ 113 w 177"/>
                <a:gd name="T11" fmla="*/ 95 h 256"/>
                <a:gd name="T12" fmla="*/ 117 w 177"/>
                <a:gd name="T13" fmla="*/ 75 h 256"/>
                <a:gd name="T14" fmla="*/ 108 w 177"/>
                <a:gd name="T15" fmla="*/ 52 h 256"/>
                <a:gd name="T16" fmla="*/ 86 w 177"/>
                <a:gd name="T17" fmla="*/ 45 h 256"/>
                <a:gd name="T18" fmla="*/ 58 w 177"/>
                <a:gd name="T19" fmla="*/ 52 h 256"/>
                <a:gd name="T20" fmla="*/ 29 w 177"/>
                <a:gd name="T21" fmla="*/ 71 h 256"/>
                <a:gd name="T22" fmla="*/ 0 w 177"/>
                <a:gd name="T23" fmla="*/ 36 h 256"/>
                <a:gd name="T24" fmla="*/ 31 w 177"/>
                <a:gd name="T25" fmla="*/ 14 h 256"/>
                <a:gd name="T26" fmla="*/ 57 w 177"/>
                <a:gd name="T27" fmla="*/ 4 h 256"/>
                <a:gd name="T28" fmla="*/ 90 w 177"/>
                <a:gd name="T29" fmla="*/ 0 h 256"/>
                <a:gd name="T30" fmla="*/ 132 w 177"/>
                <a:gd name="T31" fmla="*/ 9 h 256"/>
                <a:gd name="T32" fmla="*/ 160 w 177"/>
                <a:gd name="T33" fmla="*/ 33 h 256"/>
                <a:gd name="T34" fmla="*/ 170 w 177"/>
                <a:gd name="T35" fmla="*/ 69 h 256"/>
                <a:gd name="T36" fmla="*/ 164 w 177"/>
                <a:gd name="T37" fmla="*/ 101 h 256"/>
                <a:gd name="T38" fmla="*/ 145 w 177"/>
                <a:gd name="T39" fmla="*/ 133 h 256"/>
                <a:gd name="T40" fmla="*/ 99 w 177"/>
                <a:gd name="T41" fmla="*/ 179 h 256"/>
                <a:gd name="T42" fmla="*/ 67 w 177"/>
                <a:gd name="T43" fmla="*/ 209 h 256"/>
                <a:gd name="T44" fmla="*/ 67 w 177"/>
                <a:gd name="T45" fmla="*/ 211 h 256"/>
                <a:gd name="T46" fmla="*/ 177 w 177"/>
                <a:gd name="T47" fmla="*/ 211 h 256"/>
                <a:gd name="T48" fmla="*/ 177 w 177"/>
                <a:gd name="T49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7" h="256">
                  <a:moveTo>
                    <a:pt x="177" y="256"/>
                  </a:moveTo>
                  <a:cubicBezTo>
                    <a:pt x="0" y="256"/>
                    <a:pt x="0" y="256"/>
                    <a:pt x="0" y="256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64" y="155"/>
                    <a:pt x="64" y="155"/>
                    <a:pt x="64" y="155"/>
                  </a:cubicBezTo>
                  <a:cubicBezTo>
                    <a:pt x="83" y="136"/>
                    <a:pt x="95" y="123"/>
                    <a:pt x="101" y="115"/>
                  </a:cubicBezTo>
                  <a:cubicBezTo>
                    <a:pt x="106" y="108"/>
                    <a:pt x="110" y="101"/>
                    <a:pt x="113" y="95"/>
                  </a:cubicBezTo>
                  <a:cubicBezTo>
                    <a:pt x="116" y="88"/>
                    <a:pt x="117" y="82"/>
                    <a:pt x="117" y="75"/>
                  </a:cubicBezTo>
                  <a:cubicBezTo>
                    <a:pt x="117" y="65"/>
                    <a:pt x="114" y="57"/>
                    <a:pt x="108" y="52"/>
                  </a:cubicBezTo>
                  <a:cubicBezTo>
                    <a:pt x="103" y="47"/>
                    <a:pt x="95" y="45"/>
                    <a:pt x="86" y="45"/>
                  </a:cubicBezTo>
                  <a:cubicBezTo>
                    <a:pt x="76" y="45"/>
                    <a:pt x="67" y="47"/>
                    <a:pt x="58" y="52"/>
                  </a:cubicBezTo>
                  <a:cubicBezTo>
                    <a:pt x="48" y="56"/>
                    <a:pt x="39" y="62"/>
                    <a:pt x="29" y="71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2" y="26"/>
                    <a:pt x="22" y="18"/>
                    <a:pt x="31" y="14"/>
                  </a:cubicBezTo>
                  <a:cubicBezTo>
                    <a:pt x="39" y="10"/>
                    <a:pt x="48" y="6"/>
                    <a:pt x="57" y="4"/>
                  </a:cubicBezTo>
                  <a:cubicBezTo>
                    <a:pt x="67" y="1"/>
                    <a:pt x="78" y="0"/>
                    <a:pt x="90" y="0"/>
                  </a:cubicBezTo>
                  <a:cubicBezTo>
                    <a:pt x="106" y="0"/>
                    <a:pt x="120" y="3"/>
                    <a:pt x="132" y="9"/>
                  </a:cubicBezTo>
                  <a:cubicBezTo>
                    <a:pt x="144" y="15"/>
                    <a:pt x="153" y="23"/>
                    <a:pt x="160" y="33"/>
                  </a:cubicBezTo>
                  <a:cubicBezTo>
                    <a:pt x="166" y="43"/>
                    <a:pt x="170" y="55"/>
                    <a:pt x="170" y="69"/>
                  </a:cubicBezTo>
                  <a:cubicBezTo>
                    <a:pt x="170" y="80"/>
                    <a:pt x="168" y="91"/>
                    <a:pt x="164" y="101"/>
                  </a:cubicBezTo>
                  <a:cubicBezTo>
                    <a:pt x="160" y="112"/>
                    <a:pt x="153" y="122"/>
                    <a:pt x="145" y="133"/>
                  </a:cubicBezTo>
                  <a:cubicBezTo>
                    <a:pt x="136" y="143"/>
                    <a:pt x="121" y="159"/>
                    <a:pt x="99" y="179"/>
                  </a:cubicBezTo>
                  <a:cubicBezTo>
                    <a:pt x="67" y="209"/>
                    <a:pt x="67" y="209"/>
                    <a:pt x="67" y="209"/>
                  </a:cubicBezTo>
                  <a:cubicBezTo>
                    <a:pt x="67" y="211"/>
                    <a:pt x="67" y="211"/>
                    <a:pt x="67" y="211"/>
                  </a:cubicBezTo>
                  <a:cubicBezTo>
                    <a:pt x="177" y="211"/>
                    <a:pt x="177" y="211"/>
                    <a:pt x="177" y="211"/>
                  </a:cubicBezTo>
                  <a:lnTo>
                    <a:pt x="177" y="256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grpSp>
        <p:nvGrpSpPr>
          <p:cNvPr id="12" name="Group 62">
            <a:extLst>
              <a:ext uri="{FF2B5EF4-FFF2-40B4-BE49-F238E27FC236}">
                <a16:creationId xmlns:a16="http://schemas.microsoft.com/office/drawing/2014/main" id="{8D9A8048-31E3-7FBD-43DB-CD3954A7AA18}"/>
              </a:ext>
            </a:extLst>
          </p:cNvPr>
          <p:cNvGrpSpPr/>
          <p:nvPr/>
        </p:nvGrpSpPr>
        <p:grpSpPr>
          <a:xfrm>
            <a:off x="63984" y="675194"/>
            <a:ext cx="3409200" cy="1440000"/>
            <a:chOff x="1095439" y="1408494"/>
            <a:chExt cx="2670111" cy="983869"/>
          </a:xfrm>
          <a:solidFill>
            <a:srgbClr val="EEEE44"/>
          </a:solidFill>
        </p:grpSpPr>
        <p:sp>
          <p:nvSpPr>
            <p:cNvPr id="13" name="Freeform 47">
              <a:extLst>
                <a:ext uri="{FF2B5EF4-FFF2-40B4-BE49-F238E27FC236}">
                  <a16:creationId xmlns:a16="http://schemas.microsoft.com/office/drawing/2014/main" id="{BD102060-B4AD-617A-A0F7-47AA5C463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439" y="1408494"/>
              <a:ext cx="2284413" cy="974725"/>
            </a:xfrm>
            <a:custGeom>
              <a:avLst/>
              <a:gdLst>
                <a:gd name="T0" fmla="*/ 562 w 600"/>
                <a:gd name="T1" fmla="*/ 193 h 256"/>
                <a:gd name="T2" fmla="*/ 600 w 600"/>
                <a:gd name="T3" fmla="*/ 193 h 256"/>
                <a:gd name="T4" fmla="*/ 600 w 600"/>
                <a:gd name="T5" fmla="*/ 108 h 256"/>
                <a:gd name="T6" fmla="*/ 600 w 600"/>
                <a:gd name="T7" fmla="*/ 102 h 256"/>
                <a:gd name="T8" fmla="*/ 569 w 600"/>
                <a:gd name="T9" fmla="*/ 126 h 256"/>
                <a:gd name="T10" fmla="*/ 519 w 600"/>
                <a:gd name="T11" fmla="*/ 63 h 256"/>
                <a:gd name="T12" fmla="*/ 597 w 600"/>
                <a:gd name="T13" fmla="*/ 0 h 256"/>
                <a:gd name="T14" fmla="*/ 128 w 600"/>
                <a:gd name="T15" fmla="*/ 0 h 256"/>
                <a:gd name="T16" fmla="*/ 0 w 600"/>
                <a:gd name="T17" fmla="*/ 128 h 256"/>
                <a:gd name="T18" fmla="*/ 0 w 600"/>
                <a:gd name="T19" fmla="*/ 128 h 256"/>
                <a:gd name="T20" fmla="*/ 128 w 600"/>
                <a:gd name="T21" fmla="*/ 256 h 256"/>
                <a:gd name="T22" fmla="*/ 562 w 600"/>
                <a:gd name="T23" fmla="*/ 256 h 256"/>
                <a:gd name="T24" fmla="*/ 562 w 600"/>
                <a:gd name="T25" fmla="*/ 19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0" h="256">
                  <a:moveTo>
                    <a:pt x="562" y="193"/>
                  </a:moveTo>
                  <a:cubicBezTo>
                    <a:pt x="600" y="193"/>
                    <a:pt x="600" y="193"/>
                    <a:pt x="600" y="193"/>
                  </a:cubicBezTo>
                  <a:cubicBezTo>
                    <a:pt x="600" y="108"/>
                    <a:pt x="600" y="108"/>
                    <a:pt x="600" y="108"/>
                  </a:cubicBezTo>
                  <a:cubicBezTo>
                    <a:pt x="600" y="102"/>
                    <a:pt x="600" y="102"/>
                    <a:pt x="600" y="102"/>
                  </a:cubicBezTo>
                  <a:cubicBezTo>
                    <a:pt x="569" y="126"/>
                    <a:pt x="569" y="126"/>
                    <a:pt x="569" y="126"/>
                  </a:cubicBezTo>
                  <a:cubicBezTo>
                    <a:pt x="519" y="63"/>
                    <a:pt x="519" y="63"/>
                    <a:pt x="519" y="63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58" y="0"/>
                    <a:pt x="0" y="5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99"/>
                    <a:pt x="58" y="256"/>
                    <a:pt x="128" y="256"/>
                  </a:cubicBezTo>
                  <a:cubicBezTo>
                    <a:pt x="562" y="256"/>
                    <a:pt x="562" y="256"/>
                    <a:pt x="562" y="256"/>
                  </a:cubicBezTo>
                  <a:lnTo>
                    <a:pt x="562" y="19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Целевая   </a:t>
              </a:r>
            </a:p>
          </p:txBody>
        </p:sp>
        <p:sp>
          <p:nvSpPr>
            <p:cNvPr id="14" name="Freeform 48">
              <a:extLst>
                <a:ext uri="{FF2B5EF4-FFF2-40B4-BE49-F238E27FC236}">
                  <a16:creationId xmlns:a16="http://schemas.microsoft.com/office/drawing/2014/main" id="{201DE3AA-EABF-7F96-E842-BABA73FEA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900" y="1417638"/>
              <a:ext cx="628650" cy="974725"/>
            </a:xfrm>
            <a:custGeom>
              <a:avLst/>
              <a:gdLst>
                <a:gd name="T0" fmla="*/ 127 w 165"/>
                <a:gd name="T1" fmla="*/ 213 h 256"/>
                <a:gd name="T2" fmla="*/ 127 w 165"/>
                <a:gd name="T3" fmla="*/ 0 h 256"/>
                <a:gd name="T4" fmla="*/ 83 w 165"/>
                <a:gd name="T5" fmla="*/ 0 h 256"/>
                <a:gd name="T6" fmla="*/ 0 w 165"/>
                <a:gd name="T7" fmla="*/ 66 h 256"/>
                <a:gd name="T8" fmla="*/ 27 w 165"/>
                <a:gd name="T9" fmla="*/ 99 h 256"/>
                <a:gd name="T10" fmla="*/ 56 w 165"/>
                <a:gd name="T11" fmla="*/ 75 h 256"/>
                <a:gd name="T12" fmla="*/ 75 w 165"/>
                <a:gd name="T13" fmla="*/ 57 h 256"/>
                <a:gd name="T14" fmla="*/ 74 w 165"/>
                <a:gd name="T15" fmla="*/ 84 h 256"/>
                <a:gd name="T16" fmla="*/ 73 w 165"/>
                <a:gd name="T17" fmla="*/ 108 h 256"/>
                <a:gd name="T18" fmla="*/ 73 w 165"/>
                <a:gd name="T19" fmla="*/ 213 h 256"/>
                <a:gd name="T20" fmla="*/ 36 w 165"/>
                <a:gd name="T21" fmla="*/ 213 h 256"/>
                <a:gd name="T22" fmla="*/ 36 w 165"/>
                <a:gd name="T23" fmla="*/ 256 h 256"/>
                <a:gd name="T24" fmla="*/ 73 w 165"/>
                <a:gd name="T25" fmla="*/ 256 h 256"/>
                <a:gd name="T26" fmla="*/ 127 w 165"/>
                <a:gd name="T27" fmla="*/ 256 h 256"/>
                <a:gd name="T28" fmla="*/ 165 w 165"/>
                <a:gd name="T29" fmla="*/ 256 h 256"/>
                <a:gd name="T30" fmla="*/ 165 w 165"/>
                <a:gd name="T31" fmla="*/ 213 h 256"/>
                <a:gd name="T32" fmla="*/ 127 w 165"/>
                <a:gd name="T33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5" h="256">
                  <a:moveTo>
                    <a:pt x="127" y="213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9" y="72"/>
                    <a:pt x="66" y="66"/>
                    <a:pt x="75" y="57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73" y="108"/>
                    <a:pt x="73" y="108"/>
                    <a:pt x="73" y="108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36" y="213"/>
                    <a:pt x="36" y="213"/>
                    <a:pt x="36" y="213"/>
                  </a:cubicBezTo>
                  <a:cubicBezTo>
                    <a:pt x="36" y="256"/>
                    <a:pt x="36" y="256"/>
                    <a:pt x="36" y="256"/>
                  </a:cubicBezTo>
                  <a:cubicBezTo>
                    <a:pt x="73" y="256"/>
                    <a:pt x="73" y="256"/>
                    <a:pt x="73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65" y="256"/>
                    <a:pt x="165" y="256"/>
                    <a:pt x="165" y="256"/>
                  </a:cubicBezTo>
                  <a:cubicBezTo>
                    <a:pt x="165" y="213"/>
                    <a:pt x="165" y="213"/>
                    <a:pt x="165" y="213"/>
                  </a:cubicBezTo>
                  <a:lnTo>
                    <a:pt x="127" y="21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grpSp>
        <p:nvGrpSpPr>
          <p:cNvPr id="15" name="Group 78">
            <a:extLst>
              <a:ext uri="{FF2B5EF4-FFF2-40B4-BE49-F238E27FC236}">
                <a16:creationId xmlns:a16="http://schemas.microsoft.com/office/drawing/2014/main" id="{4EC4CEEB-7C00-7C2E-E186-63ADA22122D4}"/>
              </a:ext>
            </a:extLst>
          </p:cNvPr>
          <p:cNvGrpSpPr/>
          <p:nvPr/>
        </p:nvGrpSpPr>
        <p:grpSpPr>
          <a:xfrm>
            <a:off x="67584" y="5214479"/>
            <a:ext cx="3405600" cy="1440001"/>
            <a:chOff x="1058863" y="4457700"/>
            <a:chExt cx="2706688" cy="978938"/>
          </a:xfrm>
          <a:solidFill>
            <a:srgbClr val="FF33CC"/>
          </a:solidFill>
        </p:grpSpPr>
        <p:sp>
          <p:nvSpPr>
            <p:cNvPr id="16" name="Freeform 50">
              <a:extLst>
                <a:ext uri="{FF2B5EF4-FFF2-40B4-BE49-F238E27FC236}">
                  <a16:creationId xmlns:a16="http://schemas.microsoft.com/office/drawing/2014/main" id="{C444D8A4-E453-802A-51CB-F28891F89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4697413"/>
              <a:ext cx="265113" cy="84138"/>
            </a:xfrm>
            <a:custGeom>
              <a:avLst/>
              <a:gdLst>
                <a:gd name="T0" fmla="*/ 35 w 70"/>
                <a:gd name="T1" fmla="*/ 3 h 22"/>
                <a:gd name="T2" fmla="*/ 12 w 70"/>
                <a:gd name="T3" fmla="*/ 15 h 22"/>
                <a:gd name="T4" fmla="*/ 0 w 70"/>
                <a:gd name="T5" fmla="*/ 22 h 22"/>
                <a:gd name="T6" fmla="*/ 34 w 70"/>
                <a:gd name="T7" fmla="*/ 22 h 22"/>
                <a:gd name="T8" fmla="*/ 67 w 70"/>
                <a:gd name="T9" fmla="*/ 17 h 22"/>
                <a:gd name="T10" fmla="*/ 70 w 70"/>
                <a:gd name="T11" fmla="*/ 8 h 22"/>
                <a:gd name="T12" fmla="*/ 54 w 70"/>
                <a:gd name="T13" fmla="*/ 0 h 22"/>
                <a:gd name="T14" fmla="*/ 35 w 70"/>
                <a:gd name="T15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22">
                  <a:moveTo>
                    <a:pt x="35" y="3"/>
                  </a:moveTo>
                  <a:cubicBezTo>
                    <a:pt x="28" y="5"/>
                    <a:pt x="21" y="9"/>
                    <a:pt x="12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55" y="22"/>
                    <a:pt x="63" y="19"/>
                    <a:pt x="67" y="17"/>
                  </a:cubicBezTo>
                  <a:cubicBezTo>
                    <a:pt x="68" y="16"/>
                    <a:pt x="70" y="15"/>
                    <a:pt x="70" y="8"/>
                  </a:cubicBezTo>
                  <a:cubicBezTo>
                    <a:pt x="70" y="3"/>
                    <a:pt x="70" y="0"/>
                    <a:pt x="54" y="0"/>
                  </a:cubicBezTo>
                  <a:cubicBezTo>
                    <a:pt x="48" y="0"/>
                    <a:pt x="42" y="1"/>
                    <a:pt x="35" y="3"/>
                  </a:cubicBezTo>
                  <a:close/>
                </a:path>
              </a:pathLst>
            </a:custGeom>
            <a:solidFill>
              <a:srgbClr val="0066FF"/>
            </a:solidFill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grpSp>
          <p:nvGrpSpPr>
            <p:cNvPr id="17" name="Group 66">
              <a:extLst>
                <a:ext uri="{FF2B5EF4-FFF2-40B4-BE49-F238E27FC236}">
                  <a16:creationId xmlns:a16="http://schemas.microsoft.com/office/drawing/2014/main" id="{559964DB-DEA4-7EE8-7251-7CB00116C4B5}"/>
                </a:ext>
              </a:extLst>
            </p:cNvPr>
            <p:cNvGrpSpPr/>
            <p:nvPr/>
          </p:nvGrpSpPr>
          <p:grpSpPr>
            <a:xfrm>
              <a:off x="1058863" y="4457700"/>
              <a:ext cx="2706688" cy="978938"/>
              <a:chOff x="1058863" y="4457700"/>
              <a:chExt cx="2706688" cy="978938"/>
            </a:xfrm>
            <a:grpFill/>
          </p:grpSpPr>
          <p:sp>
            <p:nvSpPr>
              <p:cNvPr id="18" name="Freeform 51">
                <a:extLst>
                  <a:ext uri="{FF2B5EF4-FFF2-40B4-BE49-F238E27FC236}">
                    <a16:creationId xmlns:a16="http://schemas.microsoft.com/office/drawing/2014/main" id="{4477DA69-A75A-355D-EC4F-102C65DD2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863" y="4461913"/>
                <a:ext cx="2398562" cy="974725"/>
              </a:xfrm>
              <a:custGeom>
                <a:avLst/>
                <a:gdLst>
                  <a:gd name="T0" fmla="*/ 519 w 636"/>
                  <a:gd name="T1" fmla="*/ 256 h 256"/>
                  <a:gd name="T2" fmla="*/ 519 w 636"/>
                  <a:gd name="T3" fmla="*/ 166 h 256"/>
                  <a:gd name="T4" fmla="*/ 547 w 636"/>
                  <a:gd name="T5" fmla="*/ 181 h 256"/>
                  <a:gd name="T6" fmla="*/ 575 w 636"/>
                  <a:gd name="T7" fmla="*/ 191 h 256"/>
                  <a:gd name="T8" fmla="*/ 605 w 636"/>
                  <a:gd name="T9" fmla="*/ 195 h 256"/>
                  <a:gd name="T10" fmla="*/ 632 w 636"/>
                  <a:gd name="T11" fmla="*/ 190 h 256"/>
                  <a:gd name="T12" fmla="*/ 636 w 636"/>
                  <a:gd name="T13" fmla="*/ 177 h 256"/>
                  <a:gd name="T14" fmla="*/ 632 w 636"/>
                  <a:gd name="T15" fmla="*/ 170 h 256"/>
                  <a:gd name="T16" fmla="*/ 596 w 636"/>
                  <a:gd name="T17" fmla="*/ 165 h 256"/>
                  <a:gd name="T18" fmla="*/ 557 w 636"/>
                  <a:gd name="T19" fmla="*/ 165 h 256"/>
                  <a:gd name="T20" fmla="*/ 557 w 636"/>
                  <a:gd name="T21" fmla="*/ 87 h 256"/>
                  <a:gd name="T22" fmla="*/ 512 w 636"/>
                  <a:gd name="T23" fmla="*/ 20 h 256"/>
                  <a:gd name="T24" fmla="*/ 527 w 636"/>
                  <a:gd name="T25" fmla="*/ 9 h 256"/>
                  <a:gd name="T26" fmla="*/ 541 w 636"/>
                  <a:gd name="T27" fmla="*/ 0 h 256"/>
                  <a:gd name="T28" fmla="*/ 128 w 636"/>
                  <a:gd name="T29" fmla="*/ 0 h 256"/>
                  <a:gd name="T30" fmla="*/ 0 w 636"/>
                  <a:gd name="T31" fmla="*/ 128 h 256"/>
                  <a:gd name="T32" fmla="*/ 0 w 636"/>
                  <a:gd name="T33" fmla="*/ 128 h 256"/>
                  <a:gd name="T34" fmla="*/ 128 w 636"/>
                  <a:gd name="T35" fmla="*/ 256 h 256"/>
                  <a:gd name="T36" fmla="*/ 520 w 636"/>
                  <a:gd name="T37" fmla="*/ 256 h 256"/>
                  <a:gd name="T38" fmla="*/ 519 w 636"/>
                  <a:gd name="T39" fmla="*/ 25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36" h="256">
                    <a:moveTo>
                      <a:pt x="519" y="256"/>
                    </a:moveTo>
                    <a:cubicBezTo>
                      <a:pt x="519" y="166"/>
                      <a:pt x="519" y="166"/>
                      <a:pt x="519" y="166"/>
                    </a:cubicBezTo>
                    <a:cubicBezTo>
                      <a:pt x="547" y="181"/>
                      <a:pt x="547" y="181"/>
                      <a:pt x="547" y="181"/>
                    </a:cubicBezTo>
                    <a:cubicBezTo>
                      <a:pt x="556" y="185"/>
                      <a:pt x="565" y="188"/>
                      <a:pt x="575" y="191"/>
                    </a:cubicBezTo>
                    <a:cubicBezTo>
                      <a:pt x="585" y="194"/>
                      <a:pt x="595" y="195"/>
                      <a:pt x="605" y="195"/>
                    </a:cubicBezTo>
                    <a:cubicBezTo>
                      <a:pt x="622" y="195"/>
                      <a:pt x="629" y="192"/>
                      <a:pt x="632" y="190"/>
                    </a:cubicBezTo>
                    <a:cubicBezTo>
                      <a:pt x="633" y="189"/>
                      <a:pt x="636" y="187"/>
                      <a:pt x="636" y="177"/>
                    </a:cubicBezTo>
                    <a:cubicBezTo>
                      <a:pt x="636" y="172"/>
                      <a:pt x="634" y="171"/>
                      <a:pt x="632" y="170"/>
                    </a:cubicBezTo>
                    <a:cubicBezTo>
                      <a:pt x="628" y="168"/>
                      <a:pt x="619" y="165"/>
                      <a:pt x="596" y="165"/>
                    </a:cubicBezTo>
                    <a:cubicBezTo>
                      <a:pt x="557" y="165"/>
                      <a:pt x="557" y="165"/>
                      <a:pt x="557" y="165"/>
                    </a:cubicBezTo>
                    <a:cubicBezTo>
                      <a:pt x="557" y="87"/>
                      <a:pt x="557" y="87"/>
                      <a:pt x="557" y="87"/>
                    </a:cubicBezTo>
                    <a:cubicBezTo>
                      <a:pt x="512" y="20"/>
                      <a:pt x="512" y="20"/>
                      <a:pt x="512" y="20"/>
                    </a:cubicBezTo>
                    <a:cubicBezTo>
                      <a:pt x="527" y="9"/>
                      <a:pt x="527" y="9"/>
                      <a:pt x="527" y="9"/>
                    </a:cubicBezTo>
                    <a:cubicBezTo>
                      <a:pt x="531" y="6"/>
                      <a:pt x="536" y="3"/>
                      <a:pt x="541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58" y="0"/>
                      <a:pt x="0" y="58"/>
                      <a:pt x="0" y="12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99"/>
                      <a:pt x="58" y="256"/>
                      <a:pt x="128" y="256"/>
                    </a:cubicBezTo>
                    <a:cubicBezTo>
                      <a:pt x="520" y="256"/>
                      <a:pt x="520" y="256"/>
                      <a:pt x="520" y="256"/>
                    </a:cubicBezTo>
                    <a:lnTo>
                      <a:pt x="519" y="256"/>
                    </a:lnTo>
                    <a:close/>
                  </a:path>
                </a:pathLst>
              </a:custGeom>
              <a:solidFill>
                <a:srgbClr val="0066FF"/>
              </a:solidFill>
              <a:ln>
                <a:noFill/>
              </a:ln>
              <a:effectLst>
                <a:outerShdw blurRad="165100" dist="50800" dir="2700000" algn="tl" rotWithShape="0">
                  <a:schemeClr val="accent4">
                    <a:lumMod val="75000"/>
                    <a:alpha val="30000"/>
                  </a:schemeClr>
                </a:outerShdw>
              </a:effec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Freeform 52">
                <a:extLst>
                  <a:ext uri="{FF2B5EF4-FFF2-40B4-BE49-F238E27FC236}">
                    <a16:creationId xmlns:a16="http://schemas.microsoft.com/office/drawing/2014/main" id="{CAE7F279-8D7A-6EBE-753E-45AC3B32E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6738" y="4457700"/>
                <a:ext cx="658813" cy="974725"/>
              </a:xfrm>
              <a:custGeom>
                <a:avLst/>
                <a:gdLst>
                  <a:gd name="T0" fmla="*/ 165 w 173"/>
                  <a:gd name="T1" fmla="*/ 60 h 256"/>
                  <a:gd name="T2" fmla="*/ 151 w 173"/>
                  <a:gd name="T3" fmla="*/ 99 h 256"/>
                  <a:gd name="T4" fmla="*/ 112 w 173"/>
                  <a:gd name="T5" fmla="*/ 122 h 256"/>
                  <a:gd name="T6" fmla="*/ 112 w 173"/>
                  <a:gd name="T7" fmla="*/ 123 h 256"/>
                  <a:gd name="T8" fmla="*/ 157 w 173"/>
                  <a:gd name="T9" fmla="*/ 141 h 256"/>
                  <a:gd name="T10" fmla="*/ 173 w 173"/>
                  <a:gd name="T11" fmla="*/ 180 h 256"/>
                  <a:gd name="T12" fmla="*/ 147 w 173"/>
                  <a:gd name="T13" fmla="*/ 236 h 256"/>
                  <a:gd name="T14" fmla="*/ 72 w 173"/>
                  <a:gd name="T15" fmla="*/ 256 h 256"/>
                  <a:gd name="T16" fmla="*/ 0 w 173"/>
                  <a:gd name="T17" fmla="*/ 243 h 256"/>
                  <a:gd name="T18" fmla="*/ 0 w 173"/>
                  <a:gd name="T19" fmla="*/ 198 h 256"/>
                  <a:gd name="T20" fmla="*/ 32 w 173"/>
                  <a:gd name="T21" fmla="*/ 210 h 256"/>
                  <a:gd name="T22" fmla="*/ 67 w 173"/>
                  <a:gd name="T23" fmla="*/ 215 h 256"/>
                  <a:gd name="T24" fmla="*/ 105 w 173"/>
                  <a:gd name="T25" fmla="*/ 206 h 256"/>
                  <a:gd name="T26" fmla="*/ 118 w 173"/>
                  <a:gd name="T27" fmla="*/ 177 h 256"/>
                  <a:gd name="T28" fmla="*/ 103 w 173"/>
                  <a:gd name="T29" fmla="*/ 152 h 256"/>
                  <a:gd name="T30" fmla="*/ 58 w 173"/>
                  <a:gd name="T31" fmla="*/ 145 h 256"/>
                  <a:gd name="T32" fmla="*/ 39 w 173"/>
                  <a:gd name="T33" fmla="*/ 145 h 256"/>
                  <a:gd name="T34" fmla="*/ 39 w 173"/>
                  <a:gd name="T35" fmla="*/ 105 h 256"/>
                  <a:gd name="T36" fmla="*/ 58 w 173"/>
                  <a:gd name="T37" fmla="*/ 105 h 256"/>
                  <a:gd name="T38" fmla="*/ 100 w 173"/>
                  <a:gd name="T39" fmla="*/ 97 h 256"/>
                  <a:gd name="T40" fmla="*/ 114 w 173"/>
                  <a:gd name="T41" fmla="*/ 71 h 256"/>
                  <a:gd name="T42" fmla="*/ 78 w 173"/>
                  <a:gd name="T43" fmla="*/ 43 h 256"/>
                  <a:gd name="T44" fmla="*/ 53 w 173"/>
                  <a:gd name="T45" fmla="*/ 47 h 256"/>
                  <a:gd name="T46" fmla="*/ 25 w 173"/>
                  <a:gd name="T47" fmla="*/ 61 h 256"/>
                  <a:gd name="T48" fmla="*/ 1 w 173"/>
                  <a:gd name="T49" fmla="*/ 25 h 256"/>
                  <a:gd name="T50" fmla="*/ 82 w 173"/>
                  <a:gd name="T51" fmla="*/ 0 h 256"/>
                  <a:gd name="T52" fmla="*/ 143 w 173"/>
                  <a:gd name="T53" fmla="*/ 16 h 256"/>
                  <a:gd name="T54" fmla="*/ 165 w 173"/>
                  <a:gd name="T55" fmla="*/ 6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73" h="256">
                    <a:moveTo>
                      <a:pt x="165" y="60"/>
                    </a:moveTo>
                    <a:cubicBezTo>
                      <a:pt x="165" y="75"/>
                      <a:pt x="161" y="88"/>
                      <a:pt x="151" y="99"/>
                    </a:cubicBezTo>
                    <a:cubicBezTo>
                      <a:pt x="142" y="110"/>
                      <a:pt x="129" y="118"/>
                      <a:pt x="112" y="122"/>
                    </a:cubicBezTo>
                    <a:cubicBezTo>
                      <a:pt x="112" y="123"/>
                      <a:pt x="112" y="123"/>
                      <a:pt x="112" y="123"/>
                    </a:cubicBezTo>
                    <a:cubicBezTo>
                      <a:pt x="132" y="125"/>
                      <a:pt x="147" y="131"/>
                      <a:pt x="157" y="141"/>
                    </a:cubicBezTo>
                    <a:cubicBezTo>
                      <a:pt x="168" y="151"/>
                      <a:pt x="173" y="164"/>
                      <a:pt x="173" y="180"/>
                    </a:cubicBezTo>
                    <a:cubicBezTo>
                      <a:pt x="173" y="204"/>
                      <a:pt x="164" y="223"/>
                      <a:pt x="147" y="236"/>
                    </a:cubicBezTo>
                    <a:cubicBezTo>
                      <a:pt x="129" y="250"/>
                      <a:pt x="104" y="256"/>
                      <a:pt x="72" y="256"/>
                    </a:cubicBezTo>
                    <a:cubicBezTo>
                      <a:pt x="45" y="256"/>
                      <a:pt x="21" y="252"/>
                      <a:pt x="0" y="243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10" y="203"/>
                      <a:pt x="21" y="207"/>
                      <a:pt x="32" y="210"/>
                    </a:cubicBezTo>
                    <a:cubicBezTo>
                      <a:pt x="44" y="213"/>
                      <a:pt x="55" y="215"/>
                      <a:pt x="67" y="215"/>
                    </a:cubicBezTo>
                    <a:cubicBezTo>
                      <a:pt x="84" y="215"/>
                      <a:pt x="97" y="212"/>
                      <a:pt x="105" y="206"/>
                    </a:cubicBezTo>
                    <a:cubicBezTo>
                      <a:pt x="113" y="200"/>
                      <a:pt x="118" y="190"/>
                      <a:pt x="118" y="177"/>
                    </a:cubicBezTo>
                    <a:cubicBezTo>
                      <a:pt x="118" y="166"/>
                      <a:pt x="113" y="157"/>
                      <a:pt x="103" y="152"/>
                    </a:cubicBezTo>
                    <a:cubicBezTo>
                      <a:pt x="94" y="148"/>
                      <a:pt x="78" y="145"/>
                      <a:pt x="58" y="145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05"/>
                      <a:pt x="39" y="105"/>
                      <a:pt x="39" y="105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77" y="105"/>
                      <a:pt x="91" y="102"/>
                      <a:pt x="100" y="97"/>
                    </a:cubicBezTo>
                    <a:cubicBezTo>
                      <a:pt x="109" y="92"/>
                      <a:pt x="114" y="83"/>
                      <a:pt x="114" y="71"/>
                    </a:cubicBezTo>
                    <a:cubicBezTo>
                      <a:pt x="114" y="52"/>
                      <a:pt x="102" y="43"/>
                      <a:pt x="78" y="43"/>
                    </a:cubicBezTo>
                    <a:cubicBezTo>
                      <a:pt x="70" y="43"/>
                      <a:pt x="62" y="44"/>
                      <a:pt x="53" y="47"/>
                    </a:cubicBezTo>
                    <a:cubicBezTo>
                      <a:pt x="45" y="50"/>
                      <a:pt x="35" y="54"/>
                      <a:pt x="25" y="61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3" y="9"/>
                      <a:pt x="50" y="0"/>
                      <a:pt x="82" y="0"/>
                    </a:cubicBezTo>
                    <a:cubicBezTo>
                      <a:pt x="108" y="0"/>
                      <a:pt x="128" y="6"/>
                      <a:pt x="143" y="16"/>
                    </a:cubicBezTo>
                    <a:cubicBezTo>
                      <a:pt x="158" y="26"/>
                      <a:pt x="165" y="41"/>
                      <a:pt x="165" y="60"/>
                    </a:cubicBezTo>
                    <a:close/>
                  </a:path>
                </a:pathLst>
              </a:custGeom>
              <a:solidFill>
                <a:srgbClr val="0066FF"/>
              </a:solidFill>
              <a:ln>
                <a:noFill/>
              </a:ln>
              <a:effectLst>
                <a:outerShdw blurRad="165100" dist="50800" dir="2700000" algn="tl" rotWithShape="0">
                  <a:schemeClr val="accent4">
                    <a:lumMod val="75000"/>
                    <a:alpha val="30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x-none"/>
              </a:p>
            </p:txBody>
          </p:sp>
        </p:grpSp>
      </p:grpSp>
      <p:grpSp>
        <p:nvGrpSpPr>
          <p:cNvPr id="20" name="Group 67">
            <a:extLst>
              <a:ext uri="{FF2B5EF4-FFF2-40B4-BE49-F238E27FC236}">
                <a16:creationId xmlns:a16="http://schemas.microsoft.com/office/drawing/2014/main" id="{E38FFD01-31C1-67F8-86AF-6A6D4104FF38}"/>
              </a:ext>
            </a:extLst>
          </p:cNvPr>
          <p:cNvGrpSpPr/>
          <p:nvPr/>
        </p:nvGrpSpPr>
        <p:grpSpPr>
          <a:xfrm>
            <a:off x="8718816" y="5214482"/>
            <a:ext cx="3405600" cy="1433801"/>
            <a:chOff x="8399463" y="4443721"/>
            <a:chExt cx="2709154" cy="996642"/>
          </a:xfrm>
          <a:solidFill>
            <a:srgbClr val="0066FF"/>
          </a:solidFill>
        </p:grpSpPr>
        <p:sp>
          <p:nvSpPr>
            <p:cNvPr id="21" name="Freeform 54">
              <a:extLst>
                <a:ext uri="{FF2B5EF4-FFF2-40B4-BE49-F238E27FC236}">
                  <a16:creationId xmlns:a16="http://schemas.microsoft.com/office/drawing/2014/main" id="{D7A01B5D-FB3A-9D1E-A6DC-DBDB990F1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1967" y="4443721"/>
              <a:ext cx="2406650" cy="974725"/>
            </a:xfrm>
            <a:custGeom>
              <a:avLst/>
              <a:gdLst>
                <a:gd name="T0" fmla="*/ 504 w 632"/>
                <a:gd name="T1" fmla="*/ 0 h 256"/>
                <a:gd name="T2" fmla="*/ 96 w 632"/>
                <a:gd name="T3" fmla="*/ 0 h 256"/>
                <a:gd name="T4" fmla="*/ 96 w 632"/>
                <a:gd name="T5" fmla="*/ 69 h 256"/>
                <a:gd name="T6" fmla="*/ 72 w 632"/>
                <a:gd name="T7" fmla="*/ 63 h 256"/>
                <a:gd name="T8" fmla="*/ 46 w 632"/>
                <a:gd name="T9" fmla="*/ 60 h 256"/>
                <a:gd name="T10" fmla="*/ 10 w 632"/>
                <a:gd name="T11" fmla="*/ 67 h 256"/>
                <a:gd name="T12" fmla="*/ 0 w 632"/>
                <a:gd name="T13" fmla="*/ 73 h 256"/>
                <a:gd name="T14" fmla="*/ 22 w 632"/>
                <a:gd name="T15" fmla="*/ 71 h 256"/>
                <a:gd name="T16" fmla="*/ 90 w 632"/>
                <a:gd name="T17" fmla="*/ 98 h 256"/>
                <a:gd name="T18" fmla="*/ 114 w 632"/>
                <a:gd name="T19" fmla="*/ 170 h 256"/>
                <a:gd name="T20" fmla="*/ 85 w 632"/>
                <a:gd name="T21" fmla="*/ 248 h 256"/>
                <a:gd name="T22" fmla="*/ 76 w 632"/>
                <a:gd name="T23" fmla="*/ 256 h 256"/>
                <a:gd name="T24" fmla="*/ 504 w 632"/>
                <a:gd name="T25" fmla="*/ 256 h 256"/>
                <a:gd name="T26" fmla="*/ 632 w 632"/>
                <a:gd name="T27" fmla="*/ 128 h 256"/>
                <a:gd name="T28" fmla="*/ 632 w 632"/>
                <a:gd name="T29" fmla="*/ 128 h 256"/>
                <a:gd name="T30" fmla="*/ 504 w 632"/>
                <a:gd name="T31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2" h="256">
                  <a:moveTo>
                    <a:pt x="504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96" y="69"/>
                    <a:pt x="96" y="69"/>
                    <a:pt x="96" y="69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63" y="61"/>
                    <a:pt x="54" y="60"/>
                    <a:pt x="46" y="60"/>
                  </a:cubicBezTo>
                  <a:cubicBezTo>
                    <a:pt x="31" y="60"/>
                    <a:pt x="18" y="63"/>
                    <a:pt x="10" y="67"/>
                  </a:cubicBezTo>
                  <a:cubicBezTo>
                    <a:pt x="6" y="69"/>
                    <a:pt x="3" y="71"/>
                    <a:pt x="0" y="73"/>
                  </a:cubicBezTo>
                  <a:cubicBezTo>
                    <a:pt x="7" y="71"/>
                    <a:pt x="14" y="71"/>
                    <a:pt x="22" y="71"/>
                  </a:cubicBezTo>
                  <a:cubicBezTo>
                    <a:pt x="50" y="71"/>
                    <a:pt x="73" y="80"/>
                    <a:pt x="90" y="98"/>
                  </a:cubicBezTo>
                  <a:cubicBezTo>
                    <a:pt x="106" y="116"/>
                    <a:pt x="114" y="140"/>
                    <a:pt x="114" y="170"/>
                  </a:cubicBezTo>
                  <a:cubicBezTo>
                    <a:pt x="114" y="202"/>
                    <a:pt x="104" y="228"/>
                    <a:pt x="85" y="248"/>
                  </a:cubicBezTo>
                  <a:cubicBezTo>
                    <a:pt x="82" y="251"/>
                    <a:pt x="79" y="254"/>
                    <a:pt x="76" y="256"/>
                  </a:cubicBezTo>
                  <a:cubicBezTo>
                    <a:pt x="504" y="256"/>
                    <a:pt x="504" y="256"/>
                    <a:pt x="504" y="256"/>
                  </a:cubicBezTo>
                  <a:cubicBezTo>
                    <a:pt x="574" y="256"/>
                    <a:pt x="632" y="199"/>
                    <a:pt x="632" y="128"/>
                  </a:cubicBezTo>
                  <a:cubicBezTo>
                    <a:pt x="632" y="128"/>
                    <a:pt x="632" y="128"/>
                    <a:pt x="632" y="128"/>
                  </a:cubicBezTo>
                  <a:cubicBezTo>
                    <a:pt x="632" y="58"/>
                    <a:pt x="574" y="0"/>
                    <a:pt x="504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lvl="1"/>
              <a:r>
                <a: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</a:p>
          </p:txBody>
        </p:sp>
        <p:sp>
          <p:nvSpPr>
            <p:cNvPr id="22" name="Freeform 55">
              <a:extLst>
                <a:ext uri="{FF2B5EF4-FFF2-40B4-BE49-F238E27FC236}">
                  <a16:creationId xmlns:a16="http://schemas.microsoft.com/office/drawing/2014/main" id="{96E9C427-80EB-DDF5-71EC-3119C24FA1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9463" y="4454525"/>
              <a:ext cx="677863" cy="985838"/>
            </a:xfrm>
            <a:custGeom>
              <a:avLst/>
              <a:gdLst>
                <a:gd name="T0" fmla="*/ 0 w 178"/>
                <a:gd name="T1" fmla="*/ 148 h 259"/>
                <a:gd name="T2" fmla="*/ 32 w 178"/>
                <a:gd name="T3" fmla="*/ 37 h 259"/>
                <a:gd name="T4" fmla="*/ 126 w 178"/>
                <a:gd name="T5" fmla="*/ 0 h 259"/>
                <a:gd name="T6" fmla="*/ 160 w 178"/>
                <a:gd name="T7" fmla="*/ 3 h 259"/>
                <a:gd name="T8" fmla="*/ 160 w 178"/>
                <a:gd name="T9" fmla="*/ 45 h 259"/>
                <a:gd name="T10" fmla="*/ 130 w 178"/>
                <a:gd name="T11" fmla="*/ 42 h 259"/>
                <a:gd name="T12" fmla="*/ 85 w 178"/>
                <a:gd name="T13" fmla="*/ 50 h 259"/>
                <a:gd name="T14" fmla="*/ 59 w 178"/>
                <a:gd name="T15" fmla="*/ 75 h 259"/>
                <a:gd name="T16" fmla="*/ 49 w 178"/>
                <a:gd name="T17" fmla="*/ 121 h 259"/>
                <a:gd name="T18" fmla="*/ 51 w 178"/>
                <a:gd name="T19" fmla="*/ 121 h 259"/>
                <a:gd name="T20" fmla="*/ 106 w 178"/>
                <a:gd name="T21" fmla="*/ 91 h 259"/>
                <a:gd name="T22" fmla="*/ 159 w 178"/>
                <a:gd name="T23" fmla="*/ 113 h 259"/>
                <a:gd name="T24" fmla="*/ 178 w 178"/>
                <a:gd name="T25" fmla="*/ 171 h 259"/>
                <a:gd name="T26" fmla="*/ 155 w 178"/>
                <a:gd name="T27" fmla="*/ 235 h 259"/>
                <a:gd name="T28" fmla="*/ 92 w 178"/>
                <a:gd name="T29" fmla="*/ 259 h 259"/>
                <a:gd name="T30" fmla="*/ 43 w 178"/>
                <a:gd name="T31" fmla="*/ 246 h 259"/>
                <a:gd name="T32" fmla="*/ 11 w 178"/>
                <a:gd name="T33" fmla="*/ 208 h 259"/>
                <a:gd name="T34" fmla="*/ 0 w 178"/>
                <a:gd name="T35" fmla="*/ 148 h 259"/>
                <a:gd name="T36" fmla="*/ 91 w 178"/>
                <a:gd name="T37" fmla="*/ 216 h 259"/>
                <a:gd name="T38" fmla="*/ 117 w 178"/>
                <a:gd name="T39" fmla="*/ 205 h 259"/>
                <a:gd name="T40" fmla="*/ 126 w 178"/>
                <a:gd name="T41" fmla="*/ 172 h 259"/>
                <a:gd name="T42" fmla="*/ 118 w 178"/>
                <a:gd name="T43" fmla="*/ 143 h 259"/>
                <a:gd name="T44" fmla="*/ 92 w 178"/>
                <a:gd name="T45" fmla="*/ 132 h 259"/>
                <a:gd name="T46" fmla="*/ 64 w 178"/>
                <a:gd name="T47" fmla="*/ 143 h 259"/>
                <a:gd name="T48" fmla="*/ 53 w 178"/>
                <a:gd name="T49" fmla="*/ 167 h 259"/>
                <a:gd name="T50" fmla="*/ 64 w 178"/>
                <a:gd name="T51" fmla="*/ 202 h 259"/>
                <a:gd name="T52" fmla="*/ 91 w 178"/>
                <a:gd name="T53" fmla="*/ 216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8" h="259">
                  <a:moveTo>
                    <a:pt x="0" y="148"/>
                  </a:moveTo>
                  <a:cubicBezTo>
                    <a:pt x="0" y="98"/>
                    <a:pt x="11" y="61"/>
                    <a:pt x="32" y="37"/>
                  </a:cubicBezTo>
                  <a:cubicBezTo>
                    <a:pt x="53" y="12"/>
                    <a:pt x="84" y="0"/>
                    <a:pt x="126" y="0"/>
                  </a:cubicBezTo>
                  <a:cubicBezTo>
                    <a:pt x="141" y="0"/>
                    <a:pt x="152" y="1"/>
                    <a:pt x="160" y="3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3"/>
                    <a:pt x="140" y="42"/>
                    <a:pt x="130" y="42"/>
                  </a:cubicBezTo>
                  <a:cubicBezTo>
                    <a:pt x="112" y="42"/>
                    <a:pt x="97" y="45"/>
                    <a:pt x="85" y="50"/>
                  </a:cubicBezTo>
                  <a:cubicBezTo>
                    <a:pt x="74" y="56"/>
                    <a:pt x="65" y="64"/>
                    <a:pt x="59" y="75"/>
                  </a:cubicBezTo>
                  <a:cubicBezTo>
                    <a:pt x="53" y="85"/>
                    <a:pt x="50" y="101"/>
                    <a:pt x="49" y="121"/>
                  </a:cubicBezTo>
                  <a:cubicBezTo>
                    <a:pt x="51" y="121"/>
                    <a:pt x="51" y="121"/>
                    <a:pt x="51" y="121"/>
                  </a:cubicBezTo>
                  <a:cubicBezTo>
                    <a:pt x="63" y="101"/>
                    <a:pt x="81" y="91"/>
                    <a:pt x="106" y="91"/>
                  </a:cubicBezTo>
                  <a:cubicBezTo>
                    <a:pt x="128" y="91"/>
                    <a:pt x="146" y="98"/>
                    <a:pt x="159" y="113"/>
                  </a:cubicBezTo>
                  <a:cubicBezTo>
                    <a:pt x="172" y="127"/>
                    <a:pt x="178" y="146"/>
                    <a:pt x="178" y="171"/>
                  </a:cubicBezTo>
                  <a:cubicBezTo>
                    <a:pt x="178" y="198"/>
                    <a:pt x="170" y="219"/>
                    <a:pt x="155" y="235"/>
                  </a:cubicBezTo>
                  <a:cubicBezTo>
                    <a:pt x="140" y="251"/>
                    <a:pt x="119" y="259"/>
                    <a:pt x="92" y="259"/>
                  </a:cubicBezTo>
                  <a:cubicBezTo>
                    <a:pt x="73" y="259"/>
                    <a:pt x="57" y="254"/>
                    <a:pt x="43" y="246"/>
                  </a:cubicBezTo>
                  <a:cubicBezTo>
                    <a:pt x="30" y="237"/>
                    <a:pt x="19" y="225"/>
                    <a:pt x="11" y="208"/>
                  </a:cubicBezTo>
                  <a:cubicBezTo>
                    <a:pt x="4" y="191"/>
                    <a:pt x="0" y="171"/>
                    <a:pt x="0" y="148"/>
                  </a:cubicBezTo>
                  <a:close/>
                  <a:moveTo>
                    <a:pt x="91" y="216"/>
                  </a:moveTo>
                  <a:cubicBezTo>
                    <a:pt x="102" y="216"/>
                    <a:pt x="111" y="212"/>
                    <a:pt x="117" y="205"/>
                  </a:cubicBezTo>
                  <a:cubicBezTo>
                    <a:pt x="123" y="197"/>
                    <a:pt x="126" y="186"/>
                    <a:pt x="126" y="172"/>
                  </a:cubicBezTo>
                  <a:cubicBezTo>
                    <a:pt x="126" y="160"/>
                    <a:pt x="124" y="150"/>
                    <a:pt x="118" y="143"/>
                  </a:cubicBezTo>
                  <a:cubicBezTo>
                    <a:pt x="112" y="136"/>
                    <a:pt x="104" y="132"/>
                    <a:pt x="92" y="132"/>
                  </a:cubicBezTo>
                  <a:cubicBezTo>
                    <a:pt x="81" y="132"/>
                    <a:pt x="72" y="136"/>
                    <a:pt x="64" y="143"/>
                  </a:cubicBezTo>
                  <a:cubicBezTo>
                    <a:pt x="57" y="150"/>
                    <a:pt x="53" y="158"/>
                    <a:pt x="53" y="167"/>
                  </a:cubicBezTo>
                  <a:cubicBezTo>
                    <a:pt x="53" y="181"/>
                    <a:pt x="57" y="193"/>
                    <a:pt x="64" y="202"/>
                  </a:cubicBezTo>
                  <a:cubicBezTo>
                    <a:pt x="71" y="211"/>
                    <a:pt x="80" y="216"/>
                    <a:pt x="91" y="216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sp>
        <p:nvSpPr>
          <p:cNvPr id="25" name="Овал 24">
            <a:extLst>
              <a:ext uri="{FF2B5EF4-FFF2-40B4-BE49-F238E27FC236}">
                <a16:creationId xmlns:a16="http://schemas.microsoft.com/office/drawing/2014/main" id="{BC8C88C0-5E42-E555-C0D1-68E4A6E9CB93}"/>
              </a:ext>
            </a:extLst>
          </p:cNvPr>
          <p:cNvSpPr/>
          <p:nvPr/>
        </p:nvSpPr>
        <p:spPr>
          <a:xfrm>
            <a:off x="9338721" y="5039898"/>
            <a:ext cx="3017912" cy="1750657"/>
          </a:xfrm>
          <a:prstGeom prst="ellipse">
            <a:avLst/>
          </a:prstGeom>
          <a:solidFill>
            <a:schemeClr val="bg1">
              <a:alpha val="52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1196E8AE-8733-155B-E62E-A27C15992FF8}"/>
              </a:ext>
            </a:extLst>
          </p:cNvPr>
          <p:cNvSpPr/>
          <p:nvPr/>
        </p:nvSpPr>
        <p:spPr>
          <a:xfrm>
            <a:off x="-135671" y="5087752"/>
            <a:ext cx="3017911" cy="1702804"/>
          </a:xfrm>
          <a:prstGeom prst="ellipse">
            <a:avLst/>
          </a:prstGeom>
          <a:solidFill>
            <a:schemeClr val="bg1">
              <a:alpha val="52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770DDF-C171-A792-F7E4-E2DABA753C20}"/>
              </a:ext>
            </a:extLst>
          </p:cNvPr>
          <p:cNvSpPr txBox="1"/>
          <p:nvPr/>
        </p:nvSpPr>
        <p:spPr>
          <a:xfrm>
            <a:off x="265578" y="5490308"/>
            <a:ext cx="2374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Быстрый</a:t>
            </a:r>
          </a:p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возврат </a:t>
            </a:r>
          </a:p>
          <a:p>
            <a:pPr algn="ctr"/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596870-AF69-D533-78B0-F0CBB3BD8D24}"/>
              </a:ext>
            </a:extLst>
          </p:cNvPr>
          <p:cNvSpPr txBox="1"/>
          <p:nvPr/>
        </p:nvSpPr>
        <p:spPr>
          <a:xfrm>
            <a:off x="9082255" y="5417177"/>
            <a:ext cx="302533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</a:t>
            </a:r>
          </a:p>
          <a:p>
            <a:pPr lvl="1"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и обучение</a:t>
            </a:r>
          </a:p>
          <a:p>
            <a:pPr algn="ctr"/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9276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ABB6E-BE2D-E6DD-3620-FF77E573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48">
            <a:extLst>
              <a:ext uri="{FF2B5EF4-FFF2-40B4-BE49-F238E27FC236}">
                <a16:creationId xmlns:a16="http://schemas.microsoft.com/office/drawing/2014/main" id="{4DA1E608-8575-E315-8D7E-7CB19C9B794B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380C0-0835-FF83-424E-A2929DF556A7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Уровень</a:t>
            </a:r>
          </a:p>
        </p:txBody>
      </p:sp>
      <p:grpSp>
        <p:nvGrpSpPr>
          <p:cNvPr id="168" name="Группа 167">
            <a:extLst>
              <a:ext uri="{FF2B5EF4-FFF2-40B4-BE49-F238E27FC236}">
                <a16:creationId xmlns:a16="http://schemas.microsoft.com/office/drawing/2014/main" id="{310E1F8C-52EE-D84E-4C17-41682C208210}"/>
              </a:ext>
            </a:extLst>
          </p:cNvPr>
          <p:cNvGrpSpPr/>
          <p:nvPr/>
        </p:nvGrpSpPr>
        <p:grpSpPr>
          <a:xfrm>
            <a:off x="250315" y="1297302"/>
            <a:ext cx="5932770" cy="5351483"/>
            <a:chOff x="250315" y="1297302"/>
            <a:chExt cx="5932770" cy="5351483"/>
          </a:xfrm>
        </p:grpSpPr>
        <p:sp>
          <p:nvSpPr>
            <p:cNvPr id="120" name="Прямоугольник: скругленные углы 119">
              <a:extLst>
                <a:ext uri="{FF2B5EF4-FFF2-40B4-BE49-F238E27FC236}">
                  <a16:creationId xmlns:a16="http://schemas.microsoft.com/office/drawing/2014/main" id="{F4A9C9BA-8E0D-DA48-313D-9B57E831BF61}"/>
                </a:ext>
              </a:extLst>
            </p:cNvPr>
            <p:cNvSpPr/>
            <p:nvPr/>
          </p:nvSpPr>
          <p:spPr>
            <a:xfrm>
              <a:off x="2792871" y="6154839"/>
              <a:ext cx="2569580" cy="493946"/>
            </a:xfrm>
            <a:prstGeom prst="roundRect">
              <a:avLst/>
            </a:prstGeom>
            <a:gradFill>
              <a:gsLst>
                <a:gs pos="96000">
                  <a:srgbClr val="66FF33"/>
                </a:gs>
                <a:gs pos="41000">
                  <a:srgbClr val="66FF66"/>
                </a:gs>
                <a:gs pos="19000">
                  <a:srgbClr val="66FF99"/>
                </a:gs>
              </a:gsLst>
              <a:lin ang="5400000" scaled="0"/>
            </a:gra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67" name="Группа 166">
              <a:extLst>
                <a:ext uri="{FF2B5EF4-FFF2-40B4-BE49-F238E27FC236}">
                  <a16:creationId xmlns:a16="http://schemas.microsoft.com/office/drawing/2014/main" id="{3E87E63C-81AD-AC99-3499-BCC24A473AFD}"/>
                </a:ext>
              </a:extLst>
            </p:cNvPr>
            <p:cNvGrpSpPr/>
            <p:nvPr/>
          </p:nvGrpSpPr>
          <p:grpSpPr>
            <a:xfrm>
              <a:off x="250315" y="1297302"/>
              <a:ext cx="5932770" cy="5335342"/>
              <a:chOff x="250315" y="1297302"/>
              <a:chExt cx="5932770" cy="5335342"/>
            </a:xfrm>
          </p:grpSpPr>
          <p:sp>
            <p:nvSpPr>
              <p:cNvPr id="119" name="Правая фигурная скобка 118">
                <a:extLst>
                  <a:ext uri="{FF2B5EF4-FFF2-40B4-BE49-F238E27FC236}">
                    <a16:creationId xmlns:a16="http://schemas.microsoft.com/office/drawing/2014/main" id="{FCA9EBFA-0B12-B6DB-31A7-40ABC221E5B2}"/>
                  </a:ext>
                </a:extLst>
              </p:cNvPr>
              <p:cNvSpPr/>
              <p:nvPr/>
            </p:nvSpPr>
            <p:spPr>
              <a:xfrm rot="5400000">
                <a:off x="3815417" y="3744200"/>
                <a:ext cx="524489" cy="4210847"/>
              </a:xfrm>
              <a:prstGeom prst="rightBrac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9CADB2FF-6E9C-FC32-B8D9-B99777BE7F96}"/>
                  </a:ext>
                </a:extLst>
              </p:cNvPr>
              <p:cNvSpPr txBox="1"/>
              <p:nvPr/>
            </p:nvSpPr>
            <p:spPr>
              <a:xfrm>
                <a:off x="2792871" y="6170979"/>
                <a:ext cx="25507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1 125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uLime</a:t>
                </a: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3" name="Группа 122">
                <a:extLst>
                  <a:ext uri="{FF2B5EF4-FFF2-40B4-BE49-F238E27FC236}">
                    <a16:creationId xmlns:a16="http://schemas.microsoft.com/office/drawing/2014/main" id="{22A31FE4-4743-AB52-2D9A-94300AA41B35}"/>
                  </a:ext>
                </a:extLst>
              </p:cNvPr>
              <p:cNvGrpSpPr/>
              <p:nvPr/>
            </p:nvGrpSpPr>
            <p:grpSpPr>
              <a:xfrm>
                <a:off x="250315" y="1297302"/>
                <a:ext cx="5699810" cy="4492110"/>
                <a:chOff x="915594" y="1315107"/>
                <a:chExt cx="5699810" cy="4492110"/>
              </a:xfrm>
            </p:grpSpPr>
            <p:grpSp>
              <p:nvGrpSpPr>
                <p:cNvPr id="124" name="Группа 266">
                  <a:extLst>
                    <a:ext uri="{FF2B5EF4-FFF2-40B4-BE49-F238E27FC236}">
                      <a16:creationId xmlns:a16="http://schemas.microsoft.com/office/drawing/2014/main" id="{67106A44-142F-9451-0D9E-E1398105B7EA}"/>
                    </a:ext>
                  </a:extLst>
                </p:cNvPr>
                <p:cNvGrpSpPr/>
                <p:nvPr/>
              </p:nvGrpSpPr>
              <p:grpSpPr>
                <a:xfrm>
                  <a:off x="915594" y="2178187"/>
                  <a:ext cx="5699810" cy="3629030"/>
                  <a:chOff x="915594" y="2200534"/>
                  <a:chExt cx="5699810" cy="3687083"/>
                </a:xfrm>
              </p:grpSpPr>
              <p:grpSp>
                <p:nvGrpSpPr>
                  <p:cNvPr id="132" name="Группа 250">
                    <a:extLst>
                      <a:ext uri="{FF2B5EF4-FFF2-40B4-BE49-F238E27FC236}">
                        <a16:creationId xmlns:a16="http://schemas.microsoft.com/office/drawing/2014/main" id="{046726B1-D381-02A5-B6CA-F75CBB0D6AEA}"/>
                      </a:ext>
                    </a:extLst>
                  </p:cNvPr>
                  <p:cNvGrpSpPr/>
                  <p:nvPr/>
                </p:nvGrpSpPr>
                <p:grpSpPr>
                  <a:xfrm>
                    <a:off x="1302571" y="2200534"/>
                    <a:ext cx="4989665" cy="1812583"/>
                    <a:chOff x="1377430" y="2334298"/>
                    <a:chExt cx="5503213" cy="1983413"/>
                  </a:xfrm>
                </p:grpSpPr>
                <p:cxnSp>
                  <p:nvCxnSpPr>
                    <p:cNvPr id="137" name="Соединительная линия уступом 215">
                      <a:extLst>
                        <a:ext uri="{FF2B5EF4-FFF2-40B4-BE49-F238E27FC236}">
                          <a16:creationId xmlns:a16="http://schemas.microsoft.com/office/drawing/2014/main" id="{3254CC4E-0B8B-5A3C-2E92-54F8414B4EF0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3031312" y="1665368"/>
                      <a:ext cx="395149" cy="1735711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Соединительная линия уступом 221">
                      <a:extLst>
                        <a:ext uri="{FF2B5EF4-FFF2-40B4-BE49-F238E27FC236}">
                          <a16:creationId xmlns:a16="http://schemas.microsoft.com/office/drawing/2014/main" id="{99E1CB17-6525-7FF5-B767-D61D384D866B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4770000" y="1664698"/>
                      <a:ext cx="396000" cy="17352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39" name="Группа 238">
                      <a:extLst>
                        <a:ext uri="{FF2B5EF4-FFF2-40B4-BE49-F238E27FC236}">
                          <a16:creationId xmlns:a16="http://schemas.microsoft.com/office/drawing/2014/main" id="{AB012293-0BA6-AC69-5C2C-51AB8DBB0A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77430" y="3930547"/>
                      <a:ext cx="2024742" cy="387164"/>
                      <a:chOff x="1500596" y="2796077"/>
                      <a:chExt cx="1799999" cy="169577"/>
                    </a:xfrm>
                  </p:grpSpPr>
                  <p:cxnSp>
                    <p:nvCxnSpPr>
                      <p:cNvPr id="143" name="Соединительная линия уступом 232">
                        <a:extLst>
                          <a:ext uri="{FF2B5EF4-FFF2-40B4-BE49-F238E27FC236}">
                            <a16:creationId xmlns:a16="http://schemas.microsoft.com/office/drawing/2014/main" id="{6A02CD62-429A-EADF-C349-097CE7D7CAE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5400000">
                        <a:off x="1865818" y="2430877"/>
                        <a:ext cx="169555" cy="900000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28575" cmpd="sng">
                        <a:solidFill>
                          <a:schemeClr val="bg1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4" name="Соединительная линия уступом 235">
                        <a:extLst>
                          <a:ext uri="{FF2B5EF4-FFF2-40B4-BE49-F238E27FC236}">
                            <a16:creationId xmlns:a16="http://schemas.microsoft.com/office/drawing/2014/main" id="{F7BED9DB-B9CD-03E3-D9DB-C6ECC3312868}"/>
                          </a:ext>
                        </a:extLst>
                      </p:cNvPr>
                      <p:cNvCxnSpPr/>
                      <p:nvPr/>
                    </p:nvCxnSpPr>
                    <p:spPr>
                      <a:xfrm rot="16200000" flipH="1">
                        <a:off x="2765818" y="2430854"/>
                        <a:ext cx="169553" cy="900000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28575" cmpd="sng">
                        <a:solidFill>
                          <a:schemeClr val="bg1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40" name="Группа 238">
                      <a:extLst>
                        <a:ext uri="{FF2B5EF4-FFF2-40B4-BE49-F238E27FC236}">
                          <a16:creationId xmlns:a16="http://schemas.microsoft.com/office/drawing/2014/main" id="{43EB4F49-01EE-DC49-3BBD-909FC2332E1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5901" y="3925798"/>
                      <a:ext cx="2024742" cy="387164"/>
                      <a:chOff x="1500596" y="2796077"/>
                      <a:chExt cx="1799999" cy="169577"/>
                    </a:xfrm>
                  </p:grpSpPr>
                  <p:cxnSp>
                    <p:nvCxnSpPr>
                      <p:cNvPr id="141" name="Соединительная линия уступом 247">
                        <a:extLst>
                          <a:ext uri="{FF2B5EF4-FFF2-40B4-BE49-F238E27FC236}">
                            <a16:creationId xmlns:a16="http://schemas.microsoft.com/office/drawing/2014/main" id="{5E77919F-8474-A903-C7FA-DECA84343FC5}"/>
                          </a:ext>
                        </a:extLst>
                      </p:cNvPr>
                      <p:cNvCxnSpPr/>
                      <p:nvPr/>
                    </p:nvCxnSpPr>
                    <p:spPr>
                      <a:xfrm rot="5400000">
                        <a:off x="1865818" y="2430877"/>
                        <a:ext cx="169555" cy="900000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28575" cmpd="sng">
                        <a:solidFill>
                          <a:schemeClr val="bg1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2" name="Соединительная линия уступом 248">
                        <a:extLst>
                          <a:ext uri="{FF2B5EF4-FFF2-40B4-BE49-F238E27FC236}">
                            <a16:creationId xmlns:a16="http://schemas.microsoft.com/office/drawing/2014/main" id="{4DB811FD-CD9E-1596-5E45-FA639ADE662C}"/>
                          </a:ext>
                        </a:extLst>
                      </p:cNvPr>
                      <p:cNvCxnSpPr/>
                      <p:nvPr/>
                    </p:nvCxnSpPr>
                    <p:spPr>
                      <a:xfrm rot="16200000" flipH="1">
                        <a:off x="2765818" y="2430854"/>
                        <a:ext cx="169553" cy="900000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 w="28575" cmpd="sng">
                        <a:solidFill>
                          <a:schemeClr val="bg1"/>
                        </a:solidFill>
                        <a:headEnd type="none" w="med" len="med"/>
                        <a:tailEnd type="triangle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33" name="6-конечная звезда 261">
                    <a:extLst>
                      <a:ext uri="{FF2B5EF4-FFF2-40B4-BE49-F238E27FC236}">
                        <a16:creationId xmlns:a16="http://schemas.microsoft.com/office/drawing/2014/main" id="{74F95779-DE7D-1706-6AA1-8F5B979831E3}"/>
                      </a:ext>
                    </a:extLst>
                  </p:cNvPr>
                  <p:cNvSpPr/>
                  <p:nvPr/>
                </p:nvSpPr>
                <p:spPr>
                  <a:xfrm>
                    <a:off x="915594" y="5223765"/>
                    <a:ext cx="606490" cy="634482"/>
                  </a:xfrm>
                  <a:prstGeom prst="star6">
                    <a:avLst/>
                  </a:prstGeom>
                  <a:gradFill>
                    <a:gsLst>
                      <a:gs pos="34000">
                        <a:srgbClr val="FFFF00"/>
                      </a:gs>
                      <a:gs pos="84000">
                        <a:srgbClr val="66FF33"/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134" name="6-конечная звезда 262">
                    <a:extLst>
                      <a:ext uri="{FF2B5EF4-FFF2-40B4-BE49-F238E27FC236}">
                        <a16:creationId xmlns:a16="http://schemas.microsoft.com/office/drawing/2014/main" id="{37B3E796-7165-6E0C-8D0E-4470A7CA1DB6}"/>
                      </a:ext>
                    </a:extLst>
                  </p:cNvPr>
                  <p:cNvSpPr/>
                  <p:nvPr/>
                </p:nvSpPr>
                <p:spPr>
                  <a:xfrm>
                    <a:off x="2830286" y="5228252"/>
                    <a:ext cx="606490" cy="634482"/>
                  </a:xfrm>
                  <a:prstGeom prst="star6">
                    <a:avLst/>
                  </a:prstGeom>
                  <a:gradFill>
                    <a:gsLst>
                      <a:gs pos="34000">
                        <a:srgbClr val="FFFF00"/>
                      </a:gs>
                      <a:gs pos="84000">
                        <a:srgbClr val="66FF33"/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35" name="6-конечная звезда 263">
                    <a:extLst>
                      <a:ext uri="{FF2B5EF4-FFF2-40B4-BE49-F238E27FC236}">
                        <a16:creationId xmlns:a16="http://schemas.microsoft.com/office/drawing/2014/main" id="{E1026036-FD6E-ABED-46DA-C252279232EA}"/>
                      </a:ext>
                    </a:extLst>
                  </p:cNvPr>
                  <p:cNvSpPr/>
                  <p:nvPr/>
                </p:nvSpPr>
                <p:spPr>
                  <a:xfrm>
                    <a:off x="4165094" y="5230974"/>
                    <a:ext cx="606490" cy="634482"/>
                  </a:xfrm>
                  <a:prstGeom prst="star6">
                    <a:avLst/>
                  </a:prstGeom>
                  <a:gradFill>
                    <a:gsLst>
                      <a:gs pos="34000">
                        <a:srgbClr val="FFFF00"/>
                      </a:gs>
                      <a:gs pos="84000">
                        <a:srgbClr val="66FF33"/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36" name="6-конечная звезда 264">
                    <a:extLst>
                      <a:ext uri="{FF2B5EF4-FFF2-40B4-BE49-F238E27FC236}">
                        <a16:creationId xmlns:a16="http://schemas.microsoft.com/office/drawing/2014/main" id="{B570D51B-492D-1E71-342D-31EDEE4331A3}"/>
                      </a:ext>
                    </a:extLst>
                  </p:cNvPr>
                  <p:cNvSpPr/>
                  <p:nvPr/>
                </p:nvSpPr>
                <p:spPr>
                  <a:xfrm>
                    <a:off x="6008914" y="5253135"/>
                    <a:ext cx="606490" cy="634482"/>
                  </a:xfrm>
                  <a:prstGeom prst="star6">
                    <a:avLst/>
                  </a:prstGeom>
                  <a:gradFill>
                    <a:gsLst>
                      <a:gs pos="34000">
                        <a:srgbClr val="FFFF00"/>
                      </a:gs>
                      <a:gs pos="84000">
                        <a:srgbClr val="66FF33"/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ru-RU" sz="28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4</a:t>
                    </a:r>
                  </a:p>
                </p:txBody>
              </p:sp>
            </p:grpSp>
            <p:sp>
              <p:nvSpPr>
                <p:cNvPr id="125" name="Прямоугольник 124">
                  <a:extLst>
                    <a:ext uri="{FF2B5EF4-FFF2-40B4-BE49-F238E27FC236}">
                      <a16:creationId xmlns:a16="http://schemas.microsoft.com/office/drawing/2014/main" id="{F463E1F8-0E50-7916-2615-4D56909BE09D}"/>
                    </a:ext>
                  </a:extLst>
                </p:cNvPr>
                <p:cNvSpPr/>
                <p:nvPr/>
              </p:nvSpPr>
              <p:spPr>
                <a:xfrm>
                  <a:off x="4401634" y="1315107"/>
                  <a:ext cx="1984587" cy="523220"/>
                </a:xfrm>
                <a:prstGeom prst="rect">
                  <a:avLst/>
                </a:prstGeom>
                <a:gradFill>
                  <a:gsLst>
                    <a:gs pos="96000">
                      <a:srgbClr val="66FF33"/>
                    </a:gs>
                    <a:gs pos="41000">
                      <a:srgbClr val="66FF66"/>
                    </a:gs>
                    <a:gs pos="19000">
                      <a:srgbClr val="66FF99"/>
                    </a:gs>
                  </a:gsLst>
                  <a:lin ang="5400000" scaled="0"/>
                </a:gradFill>
                <a:ln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ru-RU" sz="2800" b="1" dirty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400 </a:t>
                  </a:r>
                  <a:r>
                    <a:rPr lang="en-US" sz="2800" b="1" dirty="0" err="1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uLime</a:t>
                  </a:r>
                  <a:r>
                    <a:rPr lang="en-US" sz="2800" b="1" dirty="0">
                      <a:solidFill>
                        <a:schemeClr val="tx1"/>
                      </a:solidFill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endParaRPr lang="ru-RU" sz="2800" b="1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DDD9B19E-1C43-762D-D1AF-C29BC1F483E3}"/>
              </a:ext>
            </a:extLst>
          </p:cNvPr>
          <p:cNvSpPr txBox="1"/>
          <p:nvPr/>
        </p:nvSpPr>
        <p:spPr>
          <a:xfrm>
            <a:off x="8730343" y="294825"/>
            <a:ext cx="3461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Broadway" panose="04040905080B02020502" pitchFamily="82" charset="0"/>
              </a:rPr>
              <a:t>uLime</a:t>
            </a:r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 = 1 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" name="Graphic 10">
            <a:extLst>
              <a:ext uri="{FF2B5EF4-FFF2-40B4-BE49-F238E27FC236}">
                <a16:creationId xmlns:a16="http://schemas.microsoft.com/office/drawing/2014/main" id="{83FCDCDA-A5A1-0846-BEAF-F57FCF799F89}"/>
              </a:ext>
            </a:extLst>
          </p:cNvPr>
          <p:cNvSpPr/>
          <p:nvPr/>
        </p:nvSpPr>
        <p:spPr>
          <a:xfrm rot="5400000">
            <a:off x="6681850" y="1157355"/>
            <a:ext cx="5657850" cy="5362448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gradFill flip="none" rotWithShape="1"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4" name="Rectangle: Rounded Corners 33">
            <a:extLst>
              <a:ext uri="{FF2B5EF4-FFF2-40B4-BE49-F238E27FC236}">
                <a16:creationId xmlns:a16="http://schemas.microsoft.com/office/drawing/2014/main" id="{61DD7768-5C2D-1C06-9A1B-939BEC467017}"/>
              </a:ext>
            </a:extLst>
          </p:cNvPr>
          <p:cNvSpPr/>
          <p:nvPr/>
        </p:nvSpPr>
        <p:spPr>
          <a:xfrm>
            <a:off x="6997142" y="1143000"/>
            <a:ext cx="1431223" cy="1451363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98605-D2B9-92DF-7E6B-375F9B6B4E94}"/>
              </a:ext>
            </a:extLst>
          </p:cNvPr>
          <p:cNvSpPr txBox="1"/>
          <p:nvPr/>
        </p:nvSpPr>
        <p:spPr>
          <a:xfrm>
            <a:off x="7134226" y="1442348"/>
            <a:ext cx="50577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Активация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375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вход в проект</a:t>
            </a:r>
          </a:p>
          <a:p>
            <a:pPr marL="285750" indent="-285750" algn="ctr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 развитие компании</a:t>
            </a:r>
          </a:p>
          <a:p>
            <a:pPr marL="285750" indent="-285750">
              <a:buFontTx/>
              <a:buChar char="-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место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выплата </a:t>
            </a:r>
            <a:r>
              <a:rPr lang="en-US" sz="24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375 </a:t>
            </a:r>
            <a:r>
              <a:rPr lang="en-US" sz="2400" dirty="0" err="1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dirty="0">
              <a:solidFill>
                <a:srgbClr val="FF99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3 и 4 места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во 2 уровень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4375B80-FD9A-0FBE-5220-EE8A47008CF9}"/>
              </a:ext>
            </a:extLst>
          </p:cNvPr>
          <p:cNvGrpSpPr/>
          <p:nvPr/>
        </p:nvGrpSpPr>
        <p:grpSpPr>
          <a:xfrm>
            <a:off x="1763362" y="3802718"/>
            <a:ext cx="1447099" cy="1411001"/>
            <a:chOff x="1763362" y="3802718"/>
            <a:chExt cx="1447099" cy="1411001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4078049E-1FFC-B4B7-F9AF-0AE5B13509CE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13" name="Рисунок 12">
                <a:extLst>
                  <a:ext uri="{FF2B5EF4-FFF2-40B4-BE49-F238E27FC236}">
                    <a16:creationId xmlns:a16="http://schemas.microsoft.com/office/drawing/2014/main" id="{AFA91937-975D-4178-CA81-9754AEEBB8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E5E40814-296F-6031-87A1-27CD613738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12" name="Круг: прозрачная заливка 11">
              <a:extLst>
                <a:ext uri="{FF2B5EF4-FFF2-40B4-BE49-F238E27FC236}">
                  <a16:creationId xmlns:a16="http://schemas.microsoft.com/office/drawing/2014/main" id="{B8AABF72-DF6C-C5DF-9B37-CEF461A8CC7E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194DC622-5777-4974-657F-F2E7B024F98D}"/>
              </a:ext>
            </a:extLst>
          </p:cNvPr>
          <p:cNvGrpSpPr/>
          <p:nvPr/>
        </p:nvGrpSpPr>
        <p:grpSpPr>
          <a:xfrm>
            <a:off x="-74120" y="3813012"/>
            <a:ext cx="1447099" cy="1411001"/>
            <a:chOff x="1763362" y="3802718"/>
            <a:chExt cx="1447099" cy="1411001"/>
          </a:xfrm>
        </p:grpSpPr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8B342ED9-EA6C-D9C0-B45B-09990F4ABDD7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22" name="Рисунок 21">
                <a:extLst>
                  <a:ext uri="{FF2B5EF4-FFF2-40B4-BE49-F238E27FC236}">
                    <a16:creationId xmlns:a16="http://schemas.microsoft.com/office/drawing/2014/main" id="{060E2FE5-4859-5CE2-E730-62154F302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23" name="Рисунок 22">
                <a:extLst>
                  <a:ext uri="{FF2B5EF4-FFF2-40B4-BE49-F238E27FC236}">
                    <a16:creationId xmlns:a16="http://schemas.microsoft.com/office/drawing/2014/main" id="{57E9AC3A-2E2C-4DE0-DA30-D2398DBA8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21" name="Круг: прозрачная заливка 20">
              <a:extLst>
                <a:ext uri="{FF2B5EF4-FFF2-40B4-BE49-F238E27FC236}">
                  <a16:creationId xmlns:a16="http://schemas.microsoft.com/office/drawing/2014/main" id="{A23079DE-C50F-FCD3-4BBB-905C3FF67187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0B7574AF-89ED-C731-6FD3-BCFDF63362C9}"/>
              </a:ext>
            </a:extLst>
          </p:cNvPr>
          <p:cNvGrpSpPr/>
          <p:nvPr/>
        </p:nvGrpSpPr>
        <p:grpSpPr>
          <a:xfrm>
            <a:off x="3082823" y="3802717"/>
            <a:ext cx="1447099" cy="1411001"/>
            <a:chOff x="1763362" y="3802718"/>
            <a:chExt cx="1447099" cy="1411001"/>
          </a:xfrm>
        </p:grpSpPr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884673AD-9ECB-C189-BB76-119B461A26F2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27" name="Рисунок 26">
                <a:extLst>
                  <a:ext uri="{FF2B5EF4-FFF2-40B4-BE49-F238E27FC236}">
                    <a16:creationId xmlns:a16="http://schemas.microsoft.com/office/drawing/2014/main" id="{76CFA4E5-2CC1-0122-90E5-F1BA208F5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28" name="Рисунок 27">
                <a:extLst>
                  <a:ext uri="{FF2B5EF4-FFF2-40B4-BE49-F238E27FC236}">
                    <a16:creationId xmlns:a16="http://schemas.microsoft.com/office/drawing/2014/main" id="{8E7F7DE8-11BD-0FD1-A891-3DD3F34CAF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26" name="Круг: прозрачная заливка 25">
              <a:extLst>
                <a:ext uri="{FF2B5EF4-FFF2-40B4-BE49-F238E27FC236}">
                  <a16:creationId xmlns:a16="http://schemas.microsoft.com/office/drawing/2014/main" id="{17C106DA-1039-8D1B-3CB2-25F5C635A335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2AD50090-7104-4A71-16F9-C66AF8899FE3}"/>
              </a:ext>
            </a:extLst>
          </p:cNvPr>
          <p:cNvGrpSpPr/>
          <p:nvPr/>
        </p:nvGrpSpPr>
        <p:grpSpPr>
          <a:xfrm>
            <a:off x="4910332" y="3800666"/>
            <a:ext cx="1447099" cy="1411001"/>
            <a:chOff x="1763362" y="3802718"/>
            <a:chExt cx="1447099" cy="1411001"/>
          </a:xfrm>
        </p:grpSpPr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25AE1925-9C74-C3BF-FAC2-626D4D7A0ACC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D79F23EC-65AF-F1D8-36CF-FF20CC4245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33" name="Рисунок 32">
                <a:extLst>
                  <a:ext uri="{FF2B5EF4-FFF2-40B4-BE49-F238E27FC236}">
                    <a16:creationId xmlns:a16="http://schemas.microsoft.com/office/drawing/2014/main" id="{02DE6B27-2257-C0DF-71A7-701B0DD037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31" name="Круг: прозрачная заливка 30">
              <a:extLst>
                <a:ext uri="{FF2B5EF4-FFF2-40B4-BE49-F238E27FC236}">
                  <a16:creationId xmlns:a16="http://schemas.microsoft.com/office/drawing/2014/main" id="{2C8F2BB3-8119-4AC5-0D75-C4E6F9E28929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CD8C74FF-1B01-9097-8CA4-4CC00FDD5720}"/>
              </a:ext>
            </a:extLst>
          </p:cNvPr>
          <p:cNvGrpSpPr/>
          <p:nvPr/>
        </p:nvGrpSpPr>
        <p:grpSpPr>
          <a:xfrm>
            <a:off x="3982270" y="2370230"/>
            <a:ext cx="1447099" cy="1411001"/>
            <a:chOff x="1763362" y="3802718"/>
            <a:chExt cx="1447099" cy="1411001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1743D8CF-002D-16CB-CDD0-6187CA0B4557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37" name="Рисунок 36">
                <a:extLst>
                  <a:ext uri="{FF2B5EF4-FFF2-40B4-BE49-F238E27FC236}">
                    <a16:creationId xmlns:a16="http://schemas.microsoft.com/office/drawing/2014/main" id="{5BA2B033-17CC-D8B9-5228-665DD76FF4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38" name="Рисунок 37">
                <a:extLst>
                  <a:ext uri="{FF2B5EF4-FFF2-40B4-BE49-F238E27FC236}">
                    <a16:creationId xmlns:a16="http://schemas.microsoft.com/office/drawing/2014/main" id="{BC95045D-EF90-1828-4CE6-E4119D792F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36" name="Круг: прозрачная заливка 35">
              <a:extLst>
                <a:ext uri="{FF2B5EF4-FFF2-40B4-BE49-F238E27FC236}">
                  <a16:creationId xmlns:a16="http://schemas.microsoft.com/office/drawing/2014/main" id="{73EFB1BF-B855-8392-55C7-09CF205C0597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0387A8A2-D732-DC0F-44E8-B770A8507664}"/>
              </a:ext>
            </a:extLst>
          </p:cNvPr>
          <p:cNvGrpSpPr/>
          <p:nvPr/>
        </p:nvGrpSpPr>
        <p:grpSpPr>
          <a:xfrm>
            <a:off x="828323" y="2385336"/>
            <a:ext cx="1447099" cy="1411001"/>
            <a:chOff x="1763362" y="3802718"/>
            <a:chExt cx="1447099" cy="1411001"/>
          </a:xfrm>
        </p:grpSpPr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B3D31DDF-5D41-7019-E799-4E8516047C83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42" name="Рисунок 41">
                <a:extLst>
                  <a:ext uri="{FF2B5EF4-FFF2-40B4-BE49-F238E27FC236}">
                    <a16:creationId xmlns:a16="http://schemas.microsoft.com/office/drawing/2014/main" id="{6711E7F9-91EB-46C7-9877-8C8553432F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43" name="Рисунок 42">
                <a:extLst>
                  <a:ext uri="{FF2B5EF4-FFF2-40B4-BE49-F238E27FC236}">
                    <a16:creationId xmlns:a16="http://schemas.microsoft.com/office/drawing/2014/main" id="{C5DCAA14-DCE5-337A-A571-BA70703C1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41" name="Круг: прозрачная заливка 40">
              <a:extLst>
                <a:ext uri="{FF2B5EF4-FFF2-40B4-BE49-F238E27FC236}">
                  <a16:creationId xmlns:a16="http://schemas.microsoft.com/office/drawing/2014/main" id="{680EBB91-636D-6F0D-6581-C05BCC46D715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E0619BDF-DCF0-C03F-A645-D94DF20C6A77}"/>
              </a:ext>
            </a:extLst>
          </p:cNvPr>
          <p:cNvGrpSpPr/>
          <p:nvPr/>
        </p:nvGrpSpPr>
        <p:grpSpPr>
          <a:xfrm>
            <a:off x="2380953" y="907390"/>
            <a:ext cx="1447099" cy="1411001"/>
            <a:chOff x="1763362" y="3802718"/>
            <a:chExt cx="1447099" cy="1411001"/>
          </a:xfrm>
        </p:grpSpPr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51A10C45-06D1-4971-8FE2-5B003FFA9A60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47" name="Рисунок 46">
                <a:extLst>
                  <a:ext uri="{FF2B5EF4-FFF2-40B4-BE49-F238E27FC236}">
                    <a16:creationId xmlns:a16="http://schemas.microsoft.com/office/drawing/2014/main" id="{B939765D-A3E4-EAB5-7DF8-3A8D705182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48" name="Рисунок 47">
                <a:extLst>
                  <a:ext uri="{FF2B5EF4-FFF2-40B4-BE49-F238E27FC236}">
                    <a16:creationId xmlns:a16="http://schemas.microsoft.com/office/drawing/2014/main" id="{A6256101-57ED-D672-9810-8B401BD97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46" name="Круг: прозрачная заливка 45">
              <a:extLst>
                <a:ext uri="{FF2B5EF4-FFF2-40B4-BE49-F238E27FC236}">
                  <a16:creationId xmlns:a16="http://schemas.microsoft.com/office/drawing/2014/main" id="{B49C7EA0-8A92-87A7-07F7-D75DB117A177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2362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17D54-D94A-4FB1-B158-DB2D5332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48">
            <a:extLst>
              <a:ext uri="{FF2B5EF4-FFF2-40B4-BE49-F238E27FC236}">
                <a16:creationId xmlns:a16="http://schemas.microsoft.com/office/drawing/2014/main" id="{FF3C07AC-AC54-E88E-C255-89C5998B4DE4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40BB4-4C1F-94BA-BBB3-E0125694097B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Уровень</a:t>
            </a:r>
          </a:p>
        </p:txBody>
      </p:sp>
      <p:sp>
        <p:nvSpPr>
          <p:cNvPr id="120" name="Прямоугольник: скругленные углы 119">
            <a:extLst>
              <a:ext uri="{FF2B5EF4-FFF2-40B4-BE49-F238E27FC236}">
                <a16:creationId xmlns:a16="http://schemas.microsoft.com/office/drawing/2014/main" id="{EBBD4AEB-674D-E08F-CFCC-E44CE3BA193C}"/>
              </a:ext>
            </a:extLst>
          </p:cNvPr>
          <p:cNvSpPr/>
          <p:nvPr/>
        </p:nvSpPr>
        <p:spPr>
          <a:xfrm>
            <a:off x="2792871" y="6154839"/>
            <a:ext cx="2569580" cy="493946"/>
          </a:xfrm>
          <a:prstGeom prst="roundRect">
            <a:avLst/>
          </a:prstGeom>
          <a:gradFill>
            <a:gsLst>
              <a:gs pos="96000">
                <a:srgbClr val="66FF33"/>
              </a:gs>
              <a:gs pos="41000">
                <a:srgbClr val="66FF66"/>
              </a:gs>
              <a:gs pos="19000">
                <a:srgbClr val="66FF99"/>
              </a:gs>
            </a:gsLst>
            <a:lin ang="5400000" scaled="0"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Правая фигурная скобка 118">
            <a:extLst>
              <a:ext uri="{FF2B5EF4-FFF2-40B4-BE49-F238E27FC236}">
                <a16:creationId xmlns:a16="http://schemas.microsoft.com/office/drawing/2014/main" id="{AFFCD900-5991-7274-FD2E-285BABF45999}"/>
              </a:ext>
            </a:extLst>
          </p:cNvPr>
          <p:cNvSpPr/>
          <p:nvPr/>
        </p:nvSpPr>
        <p:spPr>
          <a:xfrm rot="5400000">
            <a:off x="3815417" y="3744200"/>
            <a:ext cx="524489" cy="4210847"/>
          </a:xfrm>
          <a:prstGeom prst="righ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DD462BA-39B8-3F70-6A2A-F670032C9659}"/>
              </a:ext>
            </a:extLst>
          </p:cNvPr>
          <p:cNvSpPr txBox="1"/>
          <p:nvPr/>
        </p:nvSpPr>
        <p:spPr>
          <a:xfrm>
            <a:off x="2792871" y="6170979"/>
            <a:ext cx="255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3 37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B85819A0-4180-4767-D48C-0D92074FF62A}"/>
              </a:ext>
            </a:extLst>
          </p:cNvPr>
          <p:cNvSpPr/>
          <p:nvPr/>
        </p:nvSpPr>
        <p:spPr>
          <a:xfrm>
            <a:off x="3736355" y="1297302"/>
            <a:ext cx="2167565" cy="523220"/>
          </a:xfrm>
          <a:prstGeom prst="rect">
            <a:avLst/>
          </a:prstGeom>
          <a:gradFill>
            <a:gsLst>
              <a:gs pos="96000">
                <a:srgbClr val="66FF33"/>
              </a:gs>
              <a:gs pos="41000">
                <a:srgbClr val="66FF66"/>
              </a:gs>
              <a:gs pos="19000">
                <a:srgbClr val="66FF99"/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1 125</a:t>
            </a:r>
            <a:r>
              <a:rPr lang="ru-RU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E8448-9660-FC84-1EC5-F7793560E4C5}"/>
              </a:ext>
            </a:extLst>
          </p:cNvPr>
          <p:cNvSpPr txBox="1"/>
          <p:nvPr/>
        </p:nvSpPr>
        <p:spPr>
          <a:xfrm>
            <a:off x="8730343" y="294825"/>
            <a:ext cx="3461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Broadway" panose="04040905080B02020502" pitchFamily="82" charset="0"/>
              </a:rPr>
              <a:t>uLime</a:t>
            </a:r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 = 1 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Graphic 10">
            <a:extLst>
              <a:ext uri="{FF2B5EF4-FFF2-40B4-BE49-F238E27FC236}">
                <a16:creationId xmlns:a16="http://schemas.microsoft.com/office/drawing/2014/main" id="{8BD33AF0-FF37-8A3E-0037-A8C31598F14B}"/>
              </a:ext>
            </a:extLst>
          </p:cNvPr>
          <p:cNvSpPr/>
          <p:nvPr/>
        </p:nvSpPr>
        <p:spPr>
          <a:xfrm rot="5400000">
            <a:off x="6451725" y="927229"/>
            <a:ext cx="5657850" cy="5822699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gradFill flip="none" rotWithShape="1"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Rectangle: Rounded Corners 33">
            <a:extLst>
              <a:ext uri="{FF2B5EF4-FFF2-40B4-BE49-F238E27FC236}">
                <a16:creationId xmlns:a16="http://schemas.microsoft.com/office/drawing/2014/main" id="{5152ABD6-43D7-0812-0BEB-012856057ACC}"/>
              </a:ext>
            </a:extLst>
          </p:cNvPr>
          <p:cNvSpPr/>
          <p:nvPr/>
        </p:nvSpPr>
        <p:spPr>
          <a:xfrm>
            <a:off x="6646263" y="1203412"/>
            <a:ext cx="1456337" cy="1462820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03190-414B-B53C-0F21-48246AECF9B7}"/>
              </a:ext>
            </a:extLst>
          </p:cNvPr>
          <p:cNvSpPr txBox="1"/>
          <p:nvPr/>
        </p:nvSpPr>
        <p:spPr>
          <a:xfrm>
            <a:off x="6504831" y="1649259"/>
            <a:ext cx="56871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Активация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1 125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Tx/>
              <a:buChar char="-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место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реферальная выплата </a:t>
            </a:r>
            <a:r>
              <a:rPr lang="en-US" sz="24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375 </a:t>
            </a:r>
            <a:r>
              <a:rPr lang="en-US" sz="2400" dirty="0" err="1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dirty="0">
              <a:solidFill>
                <a:srgbClr val="FF99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 1 уровень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3 и 4 места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 3 уровень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2D451C2-3886-81A7-5A0D-0612C6AEF701}"/>
              </a:ext>
            </a:extLst>
          </p:cNvPr>
          <p:cNvGrpSpPr/>
          <p:nvPr/>
        </p:nvGrpSpPr>
        <p:grpSpPr>
          <a:xfrm>
            <a:off x="250315" y="2160382"/>
            <a:ext cx="5932770" cy="3951486"/>
            <a:chOff x="250315" y="2160382"/>
            <a:chExt cx="5932770" cy="3951486"/>
          </a:xfrm>
        </p:grpSpPr>
        <p:sp>
          <p:nvSpPr>
            <p:cNvPr id="46" name="Правая фигурная скобка 45">
              <a:extLst>
                <a:ext uri="{FF2B5EF4-FFF2-40B4-BE49-F238E27FC236}">
                  <a16:creationId xmlns:a16="http://schemas.microsoft.com/office/drawing/2014/main" id="{A884CCB8-8887-F8BA-4365-EC965E0D6B5B}"/>
                </a:ext>
              </a:extLst>
            </p:cNvPr>
            <p:cNvSpPr/>
            <p:nvPr/>
          </p:nvSpPr>
          <p:spPr>
            <a:xfrm rot="5400000">
              <a:off x="3815417" y="3744200"/>
              <a:ext cx="524489" cy="4210847"/>
            </a:xfrm>
            <a:prstGeom prst="rightBrac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49" name="Группа 266">
              <a:extLst>
                <a:ext uri="{FF2B5EF4-FFF2-40B4-BE49-F238E27FC236}">
                  <a16:creationId xmlns:a16="http://schemas.microsoft.com/office/drawing/2014/main" id="{EB421E72-F0DA-3069-ECB6-52BF253AD24C}"/>
                </a:ext>
              </a:extLst>
            </p:cNvPr>
            <p:cNvGrpSpPr/>
            <p:nvPr/>
          </p:nvGrpSpPr>
          <p:grpSpPr>
            <a:xfrm>
              <a:off x="250315" y="2160382"/>
              <a:ext cx="5699810" cy="3629030"/>
              <a:chOff x="915594" y="2200534"/>
              <a:chExt cx="5699810" cy="3687083"/>
            </a:xfrm>
          </p:grpSpPr>
          <p:grpSp>
            <p:nvGrpSpPr>
              <p:cNvPr id="51" name="Группа 250">
                <a:extLst>
                  <a:ext uri="{FF2B5EF4-FFF2-40B4-BE49-F238E27FC236}">
                    <a16:creationId xmlns:a16="http://schemas.microsoft.com/office/drawing/2014/main" id="{D2476BF8-C1E6-E569-1380-E27E37172447}"/>
                  </a:ext>
                </a:extLst>
              </p:cNvPr>
              <p:cNvGrpSpPr/>
              <p:nvPr/>
            </p:nvGrpSpPr>
            <p:grpSpPr>
              <a:xfrm>
                <a:off x="1302571" y="2200534"/>
                <a:ext cx="4989665" cy="1812583"/>
                <a:chOff x="1377430" y="2334298"/>
                <a:chExt cx="5503213" cy="1983413"/>
              </a:xfrm>
            </p:grpSpPr>
            <p:cxnSp>
              <p:nvCxnSpPr>
                <p:cNvPr id="56" name="Соединительная линия уступом 215">
                  <a:extLst>
                    <a:ext uri="{FF2B5EF4-FFF2-40B4-BE49-F238E27FC236}">
                      <a16:creationId xmlns:a16="http://schemas.microsoft.com/office/drawing/2014/main" id="{4BE34112-D8D9-ABEC-143E-FC60AF3FF185}"/>
                    </a:ext>
                  </a:extLst>
                </p:cNvPr>
                <p:cNvCxnSpPr/>
                <p:nvPr/>
              </p:nvCxnSpPr>
              <p:spPr>
                <a:xfrm rot="5400000">
                  <a:off x="3031312" y="1665368"/>
                  <a:ext cx="395149" cy="1735711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Соединительная линия уступом 221">
                  <a:extLst>
                    <a:ext uri="{FF2B5EF4-FFF2-40B4-BE49-F238E27FC236}">
                      <a16:creationId xmlns:a16="http://schemas.microsoft.com/office/drawing/2014/main" id="{1B218D30-F021-DEB2-1259-1067E777DFE6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770000" y="1664698"/>
                  <a:ext cx="396000" cy="17352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8" name="Группа 238">
                  <a:extLst>
                    <a:ext uri="{FF2B5EF4-FFF2-40B4-BE49-F238E27FC236}">
                      <a16:creationId xmlns:a16="http://schemas.microsoft.com/office/drawing/2014/main" id="{706A55E0-5B93-84D3-7CCD-EA94ED98F23A}"/>
                    </a:ext>
                  </a:extLst>
                </p:cNvPr>
                <p:cNvGrpSpPr/>
                <p:nvPr/>
              </p:nvGrpSpPr>
              <p:grpSpPr>
                <a:xfrm>
                  <a:off x="1377430" y="3930547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62" name="Соединительная линия уступом 232">
                    <a:extLst>
                      <a:ext uri="{FF2B5EF4-FFF2-40B4-BE49-F238E27FC236}">
                        <a16:creationId xmlns:a16="http://schemas.microsoft.com/office/drawing/2014/main" id="{5B49BB7C-088C-3402-197A-6E3C37A7CD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Соединительная линия уступом 235">
                    <a:extLst>
                      <a:ext uri="{FF2B5EF4-FFF2-40B4-BE49-F238E27FC236}">
                        <a16:creationId xmlns:a16="http://schemas.microsoft.com/office/drawing/2014/main" id="{1DD5DFF6-5A9A-A27F-C11D-88BF5C8F48B0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9" name="Группа 238">
                  <a:extLst>
                    <a:ext uri="{FF2B5EF4-FFF2-40B4-BE49-F238E27FC236}">
                      <a16:creationId xmlns:a16="http://schemas.microsoft.com/office/drawing/2014/main" id="{51BCA7DB-97F2-4AFF-FFBE-193D0C61B0F8}"/>
                    </a:ext>
                  </a:extLst>
                </p:cNvPr>
                <p:cNvGrpSpPr/>
                <p:nvPr/>
              </p:nvGrpSpPr>
              <p:grpSpPr>
                <a:xfrm>
                  <a:off x="4855901" y="3925798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60" name="Соединительная линия уступом 247">
                    <a:extLst>
                      <a:ext uri="{FF2B5EF4-FFF2-40B4-BE49-F238E27FC236}">
                        <a16:creationId xmlns:a16="http://schemas.microsoft.com/office/drawing/2014/main" id="{2FEF481B-AE60-9ECF-2FDA-669366F5195D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Соединительная линия уступом 248">
                    <a:extLst>
                      <a:ext uri="{FF2B5EF4-FFF2-40B4-BE49-F238E27FC236}">
                        <a16:creationId xmlns:a16="http://schemas.microsoft.com/office/drawing/2014/main" id="{B4E4C190-C9A8-66CB-111A-29AFC82B0004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2" name="6-конечная звезда 261">
                <a:extLst>
                  <a:ext uri="{FF2B5EF4-FFF2-40B4-BE49-F238E27FC236}">
                    <a16:creationId xmlns:a16="http://schemas.microsoft.com/office/drawing/2014/main" id="{7EAD3265-832F-057A-FBB8-327EEFCFCAF2}"/>
                  </a:ext>
                </a:extLst>
              </p:cNvPr>
              <p:cNvSpPr/>
              <p:nvPr/>
            </p:nvSpPr>
            <p:spPr>
              <a:xfrm>
                <a:off x="915594" y="522376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53" name="6-конечная звезда 262">
                <a:extLst>
                  <a:ext uri="{FF2B5EF4-FFF2-40B4-BE49-F238E27FC236}">
                    <a16:creationId xmlns:a16="http://schemas.microsoft.com/office/drawing/2014/main" id="{20E332AD-9589-0073-5272-834FE98F9A0F}"/>
                  </a:ext>
                </a:extLst>
              </p:cNvPr>
              <p:cNvSpPr/>
              <p:nvPr/>
            </p:nvSpPr>
            <p:spPr>
              <a:xfrm>
                <a:off x="2830286" y="5228252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54" name="6-конечная звезда 263">
                <a:extLst>
                  <a:ext uri="{FF2B5EF4-FFF2-40B4-BE49-F238E27FC236}">
                    <a16:creationId xmlns:a16="http://schemas.microsoft.com/office/drawing/2014/main" id="{907C423C-88A5-83CC-018B-68EF950D9E96}"/>
                  </a:ext>
                </a:extLst>
              </p:cNvPr>
              <p:cNvSpPr/>
              <p:nvPr/>
            </p:nvSpPr>
            <p:spPr>
              <a:xfrm>
                <a:off x="4165094" y="5230974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55" name="6-конечная звезда 264">
                <a:extLst>
                  <a:ext uri="{FF2B5EF4-FFF2-40B4-BE49-F238E27FC236}">
                    <a16:creationId xmlns:a16="http://schemas.microsoft.com/office/drawing/2014/main" id="{70489A1B-1557-3CA3-EBF0-CE304559E201}"/>
                  </a:ext>
                </a:extLst>
              </p:cNvPr>
              <p:cNvSpPr/>
              <p:nvPr/>
            </p:nvSpPr>
            <p:spPr>
              <a:xfrm>
                <a:off x="6008914" y="525313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</a:p>
            </p:txBody>
          </p:sp>
        </p:grp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8C0E1BCE-925B-5027-A813-4E95A013ADCF}"/>
              </a:ext>
            </a:extLst>
          </p:cNvPr>
          <p:cNvGrpSpPr/>
          <p:nvPr/>
        </p:nvGrpSpPr>
        <p:grpSpPr>
          <a:xfrm>
            <a:off x="1763362" y="3802718"/>
            <a:ext cx="1447099" cy="1411001"/>
            <a:chOff x="1763362" y="3802718"/>
            <a:chExt cx="1447099" cy="1411001"/>
          </a:xfrm>
        </p:grpSpPr>
        <p:grpSp>
          <p:nvGrpSpPr>
            <p:cNvPr id="65" name="Группа 64">
              <a:extLst>
                <a:ext uri="{FF2B5EF4-FFF2-40B4-BE49-F238E27FC236}">
                  <a16:creationId xmlns:a16="http://schemas.microsoft.com/office/drawing/2014/main" id="{CBDBAE3C-AF73-79C1-EC64-B369D1099427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67" name="Рисунок 66">
                <a:extLst>
                  <a:ext uri="{FF2B5EF4-FFF2-40B4-BE49-F238E27FC236}">
                    <a16:creationId xmlns:a16="http://schemas.microsoft.com/office/drawing/2014/main" id="{BD7EC8C2-139A-4C6C-F058-5691CAF365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68" name="Рисунок 67">
                <a:extLst>
                  <a:ext uri="{FF2B5EF4-FFF2-40B4-BE49-F238E27FC236}">
                    <a16:creationId xmlns:a16="http://schemas.microsoft.com/office/drawing/2014/main" id="{5F95C669-201F-5A3C-CB6F-FC5DB817EE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66" name="Круг: прозрачная заливка 65">
              <a:extLst>
                <a:ext uri="{FF2B5EF4-FFF2-40B4-BE49-F238E27FC236}">
                  <a16:creationId xmlns:a16="http://schemas.microsoft.com/office/drawing/2014/main" id="{8A606F0D-52D9-7437-2FC9-0D2C3119E57E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50BBA4A9-DA16-A7A3-F1CE-C9A667DA8210}"/>
              </a:ext>
            </a:extLst>
          </p:cNvPr>
          <p:cNvGrpSpPr/>
          <p:nvPr/>
        </p:nvGrpSpPr>
        <p:grpSpPr>
          <a:xfrm>
            <a:off x="-74120" y="3813012"/>
            <a:ext cx="1447099" cy="1411001"/>
            <a:chOff x="1763362" y="3802718"/>
            <a:chExt cx="1447099" cy="1411001"/>
          </a:xfrm>
        </p:grpSpPr>
        <p:grpSp>
          <p:nvGrpSpPr>
            <p:cNvPr id="70" name="Группа 69">
              <a:extLst>
                <a:ext uri="{FF2B5EF4-FFF2-40B4-BE49-F238E27FC236}">
                  <a16:creationId xmlns:a16="http://schemas.microsoft.com/office/drawing/2014/main" id="{040F7F34-0563-A7ED-9FC1-C9F3D2373649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72" name="Рисунок 71">
                <a:extLst>
                  <a:ext uri="{FF2B5EF4-FFF2-40B4-BE49-F238E27FC236}">
                    <a16:creationId xmlns:a16="http://schemas.microsoft.com/office/drawing/2014/main" id="{7CCA864E-30AA-0136-DD00-11CAB27010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73" name="Рисунок 72">
                <a:extLst>
                  <a:ext uri="{FF2B5EF4-FFF2-40B4-BE49-F238E27FC236}">
                    <a16:creationId xmlns:a16="http://schemas.microsoft.com/office/drawing/2014/main" id="{E9411BD9-68E6-BEF8-3E5D-97CB85585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71" name="Круг: прозрачная заливка 70">
              <a:extLst>
                <a:ext uri="{FF2B5EF4-FFF2-40B4-BE49-F238E27FC236}">
                  <a16:creationId xmlns:a16="http://schemas.microsoft.com/office/drawing/2014/main" id="{ED23FC0A-B50A-53BB-BCC7-75BD771DC28E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B5C11ACC-E032-C2E2-B723-767862709FDF}"/>
              </a:ext>
            </a:extLst>
          </p:cNvPr>
          <p:cNvGrpSpPr/>
          <p:nvPr/>
        </p:nvGrpSpPr>
        <p:grpSpPr>
          <a:xfrm>
            <a:off x="3082823" y="3802717"/>
            <a:ext cx="1447099" cy="1411001"/>
            <a:chOff x="1763362" y="3802718"/>
            <a:chExt cx="1447099" cy="1411001"/>
          </a:xfrm>
        </p:grpSpPr>
        <p:grpSp>
          <p:nvGrpSpPr>
            <p:cNvPr id="75" name="Группа 74">
              <a:extLst>
                <a:ext uri="{FF2B5EF4-FFF2-40B4-BE49-F238E27FC236}">
                  <a16:creationId xmlns:a16="http://schemas.microsoft.com/office/drawing/2014/main" id="{59E4E682-16A5-213B-48F1-83BCC9ABC76A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77" name="Рисунок 76">
                <a:extLst>
                  <a:ext uri="{FF2B5EF4-FFF2-40B4-BE49-F238E27FC236}">
                    <a16:creationId xmlns:a16="http://schemas.microsoft.com/office/drawing/2014/main" id="{3DA05324-2BE4-7059-29E2-728A91F40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78" name="Рисунок 77">
                <a:extLst>
                  <a:ext uri="{FF2B5EF4-FFF2-40B4-BE49-F238E27FC236}">
                    <a16:creationId xmlns:a16="http://schemas.microsoft.com/office/drawing/2014/main" id="{26B482CD-ED77-C668-1486-016FBCE147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76" name="Круг: прозрачная заливка 75">
              <a:extLst>
                <a:ext uri="{FF2B5EF4-FFF2-40B4-BE49-F238E27FC236}">
                  <a16:creationId xmlns:a16="http://schemas.microsoft.com/office/drawing/2014/main" id="{EC8A9ED9-A526-94B4-5F78-F5D8C28960C3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7DABAAC6-0950-0B46-C660-FE91B7C2B56C}"/>
              </a:ext>
            </a:extLst>
          </p:cNvPr>
          <p:cNvGrpSpPr/>
          <p:nvPr/>
        </p:nvGrpSpPr>
        <p:grpSpPr>
          <a:xfrm>
            <a:off x="4910332" y="3800666"/>
            <a:ext cx="1447099" cy="1411001"/>
            <a:chOff x="1763362" y="3802718"/>
            <a:chExt cx="1447099" cy="1411001"/>
          </a:xfrm>
        </p:grpSpPr>
        <p:grpSp>
          <p:nvGrpSpPr>
            <p:cNvPr id="80" name="Группа 79">
              <a:extLst>
                <a:ext uri="{FF2B5EF4-FFF2-40B4-BE49-F238E27FC236}">
                  <a16:creationId xmlns:a16="http://schemas.microsoft.com/office/drawing/2014/main" id="{9001FAC6-4C78-96FE-9069-EE0388BB2015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82" name="Рисунок 81">
                <a:extLst>
                  <a:ext uri="{FF2B5EF4-FFF2-40B4-BE49-F238E27FC236}">
                    <a16:creationId xmlns:a16="http://schemas.microsoft.com/office/drawing/2014/main" id="{A3BFC3A6-23CA-B188-9D5B-287DC56F57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83" name="Рисунок 82">
                <a:extLst>
                  <a:ext uri="{FF2B5EF4-FFF2-40B4-BE49-F238E27FC236}">
                    <a16:creationId xmlns:a16="http://schemas.microsoft.com/office/drawing/2014/main" id="{5C7B801A-E0D9-C1D1-36BB-902255DC25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81" name="Круг: прозрачная заливка 80">
              <a:extLst>
                <a:ext uri="{FF2B5EF4-FFF2-40B4-BE49-F238E27FC236}">
                  <a16:creationId xmlns:a16="http://schemas.microsoft.com/office/drawing/2014/main" id="{F8267176-6363-4DA7-AF41-3E35A9E8AF8B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FD7FF877-5CE1-7EBE-AAD6-070797AA5445}"/>
              </a:ext>
            </a:extLst>
          </p:cNvPr>
          <p:cNvGrpSpPr/>
          <p:nvPr/>
        </p:nvGrpSpPr>
        <p:grpSpPr>
          <a:xfrm>
            <a:off x="3982270" y="2370230"/>
            <a:ext cx="1447099" cy="1411001"/>
            <a:chOff x="1763362" y="3802718"/>
            <a:chExt cx="1447099" cy="1411001"/>
          </a:xfrm>
        </p:grpSpPr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1A113000-4E0D-E95D-6933-B9AA582FCB67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87" name="Рисунок 86">
                <a:extLst>
                  <a:ext uri="{FF2B5EF4-FFF2-40B4-BE49-F238E27FC236}">
                    <a16:creationId xmlns:a16="http://schemas.microsoft.com/office/drawing/2014/main" id="{CBDD51F3-9E33-C70B-72E2-0E3303756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88" name="Рисунок 87">
                <a:extLst>
                  <a:ext uri="{FF2B5EF4-FFF2-40B4-BE49-F238E27FC236}">
                    <a16:creationId xmlns:a16="http://schemas.microsoft.com/office/drawing/2014/main" id="{8FF7D0D2-73F5-0BCF-7866-CECC50FC4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86" name="Круг: прозрачная заливка 85">
              <a:extLst>
                <a:ext uri="{FF2B5EF4-FFF2-40B4-BE49-F238E27FC236}">
                  <a16:creationId xmlns:a16="http://schemas.microsoft.com/office/drawing/2014/main" id="{BE454B0F-610A-67DE-2926-8958BF4F30C6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Группа 88">
            <a:extLst>
              <a:ext uri="{FF2B5EF4-FFF2-40B4-BE49-F238E27FC236}">
                <a16:creationId xmlns:a16="http://schemas.microsoft.com/office/drawing/2014/main" id="{3459AD8B-1331-E84B-240F-FFBA033480C9}"/>
              </a:ext>
            </a:extLst>
          </p:cNvPr>
          <p:cNvGrpSpPr/>
          <p:nvPr/>
        </p:nvGrpSpPr>
        <p:grpSpPr>
          <a:xfrm>
            <a:off x="828323" y="2385336"/>
            <a:ext cx="1447099" cy="1411001"/>
            <a:chOff x="1763362" y="3802718"/>
            <a:chExt cx="1447099" cy="1411001"/>
          </a:xfrm>
        </p:grpSpPr>
        <p:grpSp>
          <p:nvGrpSpPr>
            <p:cNvPr id="90" name="Группа 89">
              <a:extLst>
                <a:ext uri="{FF2B5EF4-FFF2-40B4-BE49-F238E27FC236}">
                  <a16:creationId xmlns:a16="http://schemas.microsoft.com/office/drawing/2014/main" id="{1E27B196-4879-8D7C-43A6-CD8AF46E0BFA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92" name="Рисунок 91">
                <a:extLst>
                  <a:ext uri="{FF2B5EF4-FFF2-40B4-BE49-F238E27FC236}">
                    <a16:creationId xmlns:a16="http://schemas.microsoft.com/office/drawing/2014/main" id="{A885D7FE-A7AC-7AE6-4FDE-3803921B63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93" name="Рисунок 92">
                <a:extLst>
                  <a:ext uri="{FF2B5EF4-FFF2-40B4-BE49-F238E27FC236}">
                    <a16:creationId xmlns:a16="http://schemas.microsoft.com/office/drawing/2014/main" id="{6992750F-769A-5005-F80F-558E83258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91" name="Круг: прозрачная заливка 90">
              <a:extLst>
                <a:ext uri="{FF2B5EF4-FFF2-40B4-BE49-F238E27FC236}">
                  <a16:creationId xmlns:a16="http://schemas.microsoft.com/office/drawing/2014/main" id="{4DEB020B-B2D7-99D6-EE13-95260A1EE4BC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992F3D33-4A1E-EFBE-F8BE-3142AB6FF0B0}"/>
              </a:ext>
            </a:extLst>
          </p:cNvPr>
          <p:cNvGrpSpPr/>
          <p:nvPr/>
        </p:nvGrpSpPr>
        <p:grpSpPr>
          <a:xfrm>
            <a:off x="2380953" y="907390"/>
            <a:ext cx="1447099" cy="1411001"/>
            <a:chOff x="1763362" y="3802718"/>
            <a:chExt cx="1447099" cy="1411001"/>
          </a:xfrm>
        </p:grpSpPr>
        <p:grpSp>
          <p:nvGrpSpPr>
            <p:cNvPr id="95" name="Группа 94">
              <a:extLst>
                <a:ext uri="{FF2B5EF4-FFF2-40B4-BE49-F238E27FC236}">
                  <a16:creationId xmlns:a16="http://schemas.microsoft.com/office/drawing/2014/main" id="{15C39E24-460A-7E24-257A-6A4AEA8B9DA3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97" name="Рисунок 96">
                <a:extLst>
                  <a:ext uri="{FF2B5EF4-FFF2-40B4-BE49-F238E27FC236}">
                    <a16:creationId xmlns:a16="http://schemas.microsoft.com/office/drawing/2014/main" id="{C3541737-3FF0-F2E1-60DE-2EEAB3496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98" name="Рисунок 97">
                <a:extLst>
                  <a:ext uri="{FF2B5EF4-FFF2-40B4-BE49-F238E27FC236}">
                    <a16:creationId xmlns:a16="http://schemas.microsoft.com/office/drawing/2014/main" id="{3B98D71F-3082-BEA2-0238-ED09E869D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96" name="Круг: прозрачная заливка 95">
              <a:extLst>
                <a:ext uri="{FF2B5EF4-FFF2-40B4-BE49-F238E27FC236}">
                  <a16:creationId xmlns:a16="http://schemas.microsoft.com/office/drawing/2014/main" id="{AFE35FD2-6FDF-2313-9806-C1062B70CE7B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496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BDF6C-36D9-F051-9DB8-DCF004D0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48">
            <a:extLst>
              <a:ext uri="{FF2B5EF4-FFF2-40B4-BE49-F238E27FC236}">
                <a16:creationId xmlns:a16="http://schemas.microsoft.com/office/drawing/2014/main" id="{503F7CB6-7AA6-7008-991A-980586D25D17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39705-C997-555A-7CC1-4262ACA67A0B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Уровень</a:t>
            </a:r>
          </a:p>
        </p:txBody>
      </p:sp>
      <p:sp>
        <p:nvSpPr>
          <p:cNvPr id="120" name="Прямоугольник: скругленные углы 119">
            <a:extLst>
              <a:ext uri="{FF2B5EF4-FFF2-40B4-BE49-F238E27FC236}">
                <a16:creationId xmlns:a16="http://schemas.microsoft.com/office/drawing/2014/main" id="{53229C11-C501-1C26-3F1A-E51946C8F796}"/>
              </a:ext>
            </a:extLst>
          </p:cNvPr>
          <p:cNvSpPr/>
          <p:nvPr/>
        </p:nvSpPr>
        <p:spPr>
          <a:xfrm>
            <a:off x="2792871" y="6154839"/>
            <a:ext cx="2569580" cy="493946"/>
          </a:xfrm>
          <a:prstGeom prst="roundRect">
            <a:avLst/>
          </a:prstGeom>
          <a:gradFill>
            <a:gsLst>
              <a:gs pos="96000">
                <a:srgbClr val="66FF33"/>
              </a:gs>
              <a:gs pos="41000">
                <a:srgbClr val="66FF66"/>
              </a:gs>
              <a:gs pos="19000">
                <a:srgbClr val="66FF99"/>
              </a:gs>
            </a:gsLst>
            <a:lin ang="5400000" scaled="0"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Правая фигурная скобка 118">
            <a:extLst>
              <a:ext uri="{FF2B5EF4-FFF2-40B4-BE49-F238E27FC236}">
                <a16:creationId xmlns:a16="http://schemas.microsoft.com/office/drawing/2014/main" id="{2EF5CDD2-687D-C70F-616F-6A667339CB55}"/>
              </a:ext>
            </a:extLst>
          </p:cNvPr>
          <p:cNvSpPr/>
          <p:nvPr/>
        </p:nvSpPr>
        <p:spPr>
          <a:xfrm rot="5400000">
            <a:off x="3815417" y="3744200"/>
            <a:ext cx="524489" cy="4210847"/>
          </a:xfrm>
          <a:prstGeom prst="righ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16CD850-D45A-C806-DA2C-ED1AA4B4D1B8}"/>
              </a:ext>
            </a:extLst>
          </p:cNvPr>
          <p:cNvSpPr txBox="1"/>
          <p:nvPr/>
        </p:nvSpPr>
        <p:spPr>
          <a:xfrm>
            <a:off x="2792871" y="6170979"/>
            <a:ext cx="255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10 12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6999B295-24E5-509A-96CA-A19A9601A5AD}"/>
              </a:ext>
            </a:extLst>
          </p:cNvPr>
          <p:cNvGrpSpPr/>
          <p:nvPr/>
        </p:nvGrpSpPr>
        <p:grpSpPr>
          <a:xfrm>
            <a:off x="250315" y="1297302"/>
            <a:ext cx="5699810" cy="4492110"/>
            <a:chOff x="915594" y="1315107"/>
            <a:chExt cx="5699810" cy="4492110"/>
          </a:xfrm>
        </p:grpSpPr>
        <p:grpSp>
          <p:nvGrpSpPr>
            <p:cNvPr id="124" name="Группа 266">
              <a:extLst>
                <a:ext uri="{FF2B5EF4-FFF2-40B4-BE49-F238E27FC236}">
                  <a16:creationId xmlns:a16="http://schemas.microsoft.com/office/drawing/2014/main" id="{524FDAD9-94C4-A6FD-08EB-EBED892D812A}"/>
                </a:ext>
              </a:extLst>
            </p:cNvPr>
            <p:cNvGrpSpPr/>
            <p:nvPr/>
          </p:nvGrpSpPr>
          <p:grpSpPr>
            <a:xfrm>
              <a:off x="915594" y="2178187"/>
              <a:ext cx="5699810" cy="3629030"/>
              <a:chOff x="915594" y="2200534"/>
              <a:chExt cx="5699810" cy="3687083"/>
            </a:xfrm>
          </p:grpSpPr>
          <p:grpSp>
            <p:nvGrpSpPr>
              <p:cNvPr id="132" name="Группа 250">
                <a:extLst>
                  <a:ext uri="{FF2B5EF4-FFF2-40B4-BE49-F238E27FC236}">
                    <a16:creationId xmlns:a16="http://schemas.microsoft.com/office/drawing/2014/main" id="{019DE892-1943-6831-90CC-620A44B48AC9}"/>
                  </a:ext>
                </a:extLst>
              </p:cNvPr>
              <p:cNvGrpSpPr/>
              <p:nvPr/>
            </p:nvGrpSpPr>
            <p:grpSpPr>
              <a:xfrm>
                <a:off x="1302571" y="2200534"/>
                <a:ext cx="4989665" cy="1812583"/>
                <a:chOff x="1377430" y="2334298"/>
                <a:chExt cx="5503213" cy="1983413"/>
              </a:xfrm>
            </p:grpSpPr>
            <p:cxnSp>
              <p:nvCxnSpPr>
                <p:cNvPr id="137" name="Соединительная линия уступом 215">
                  <a:extLst>
                    <a:ext uri="{FF2B5EF4-FFF2-40B4-BE49-F238E27FC236}">
                      <a16:creationId xmlns:a16="http://schemas.microsoft.com/office/drawing/2014/main" id="{EF11F5CE-1FBA-DBB6-1B34-BF8AFF529A36}"/>
                    </a:ext>
                  </a:extLst>
                </p:cNvPr>
                <p:cNvCxnSpPr/>
                <p:nvPr/>
              </p:nvCxnSpPr>
              <p:spPr>
                <a:xfrm rot="5400000">
                  <a:off x="3031312" y="1665368"/>
                  <a:ext cx="395149" cy="1735711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Соединительная линия уступом 221">
                  <a:extLst>
                    <a:ext uri="{FF2B5EF4-FFF2-40B4-BE49-F238E27FC236}">
                      <a16:creationId xmlns:a16="http://schemas.microsoft.com/office/drawing/2014/main" id="{FE6B8096-1DB0-7404-23F6-72E933FA1FB0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770000" y="1664698"/>
                  <a:ext cx="396000" cy="17352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9" name="Группа 238">
                  <a:extLst>
                    <a:ext uri="{FF2B5EF4-FFF2-40B4-BE49-F238E27FC236}">
                      <a16:creationId xmlns:a16="http://schemas.microsoft.com/office/drawing/2014/main" id="{33140C6D-9259-761C-9AAE-B943ADBBADB7}"/>
                    </a:ext>
                  </a:extLst>
                </p:cNvPr>
                <p:cNvGrpSpPr/>
                <p:nvPr/>
              </p:nvGrpSpPr>
              <p:grpSpPr>
                <a:xfrm>
                  <a:off x="1377430" y="3930547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143" name="Соединительная линия уступом 232">
                    <a:extLst>
                      <a:ext uri="{FF2B5EF4-FFF2-40B4-BE49-F238E27FC236}">
                        <a16:creationId xmlns:a16="http://schemas.microsoft.com/office/drawing/2014/main" id="{46556C42-58B1-29E9-6DC6-7E54A67F53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Соединительная линия уступом 235">
                    <a:extLst>
                      <a:ext uri="{FF2B5EF4-FFF2-40B4-BE49-F238E27FC236}">
                        <a16:creationId xmlns:a16="http://schemas.microsoft.com/office/drawing/2014/main" id="{FB332514-AF5F-B1FE-DFE4-D992C94663B7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0" name="Группа 238">
                  <a:extLst>
                    <a:ext uri="{FF2B5EF4-FFF2-40B4-BE49-F238E27FC236}">
                      <a16:creationId xmlns:a16="http://schemas.microsoft.com/office/drawing/2014/main" id="{5127FC37-81E9-D9D4-4011-0DA60553081F}"/>
                    </a:ext>
                  </a:extLst>
                </p:cNvPr>
                <p:cNvGrpSpPr/>
                <p:nvPr/>
              </p:nvGrpSpPr>
              <p:grpSpPr>
                <a:xfrm>
                  <a:off x="4855901" y="3925798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141" name="Соединительная линия уступом 247">
                    <a:extLst>
                      <a:ext uri="{FF2B5EF4-FFF2-40B4-BE49-F238E27FC236}">
                        <a16:creationId xmlns:a16="http://schemas.microsoft.com/office/drawing/2014/main" id="{6FA9BF37-D7BA-F76B-4E65-6265C62E1A44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Соединительная линия уступом 248">
                    <a:extLst>
                      <a:ext uri="{FF2B5EF4-FFF2-40B4-BE49-F238E27FC236}">
                        <a16:creationId xmlns:a16="http://schemas.microsoft.com/office/drawing/2014/main" id="{4ED39F0D-AEDD-2222-A272-FF361FBDD1C1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33" name="6-конечная звезда 261">
                <a:extLst>
                  <a:ext uri="{FF2B5EF4-FFF2-40B4-BE49-F238E27FC236}">
                    <a16:creationId xmlns:a16="http://schemas.microsoft.com/office/drawing/2014/main" id="{0BA47702-78AE-ECB8-B1FA-753434FDE5E9}"/>
                  </a:ext>
                </a:extLst>
              </p:cNvPr>
              <p:cNvSpPr/>
              <p:nvPr/>
            </p:nvSpPr>
            <p:spPr>
              <a:xfrm>
                <a:off x="915594" y="522376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34" name="6-конечная звезда 262">
                <a:extLst>
                  <a:ext uri="{FF2B5EF4-FFF2-40B4-BE49-F238E27FC236}">
                    <a16:creationId xmlns:a16="http://schemas.microsoft.com/office/drawing/2014/main" id="{4B922254-EB01-AE71-33A5-3123A7F5778F}"/>
                  </a:ext>
                </a:extLst>
              </p:cNvPr>
              <p:cNvSpPr/>
              <p:nvPr/>
            </p:nvSpPr>
            <p:spPr>
              <a:xfrm>
                <a:off x="2830286" y="5228252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35" name="6-конечная звезда 263">
                <a:extLst>
                  <a:ext uri="{FF2B5EF4-FFF2-40B4-BE49-F238E27FC236}">
                    <a16:creationId xmlns:a16="http://schemas.microsoft.com/office/drawing/2014/main" id="{7D3F89EB-CCA8-1DA1-3136-5FFF3D6989FC}"/>
                  </a:ext>
                </a:extLst>
              </p:cNvPr>
              <p:cNvSpPr/>
              <p:nvPr/>
            </p:nvSpPr>
            <p:spPr>
              <a:xfrm>
                <a:off x="4156855" y="5244863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136" name="6-конечная звезда 264">
                <a:extLst>
                  <a:ext uri="{FF2B5EF4-FFF2-40B4-BE49-F238E27FC236}">
                    <a16:creationId xmlns:a16="http://schemas.microsoft.com/office/drawing/2014/main" id="{252375E4-A51C-07FC-6C8B-AF5083C3384F}"/>
                  </a:ext>
                </a:extLst>
              </p:cNvPr>
              <p:cNvSpPr/>
              <p:nvPr/>
            </p:nvSpPr>
            <p:spPr>
              <a:xfrm>
                <a:off x="6008914" y="525313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</a:p>
            </p:txBody>
          </p:sp>
        </p:grpSp>
        <p:sp>
          <p:nvSpPr>
            <p:cNvPr id="125" name="Прямоугольник 124">
              <a:extLst>
                <a:ext uri="{FF2B5EF4-FFF2-40B4-BE49-F238E27FC236}">
                  <a16:creationId xmlns:a16="http://schemas.microsoft.com/office/drawing/2014/main" id="{2DFD6889-E047-57E3-665B-091BCB3B23D3}"/>
                </a:ext>
              </a:extLst>
            </p:cNvPr>
            <p:cNvSpPr/>
            <p:nvPr/>
          </p:nvSpPr>
          <p:spPr>
            <a:xfrm>
              <a:off x="4401634" y="1315107"/>
              <a:ext cx="2167565" cy="523220"/>
            </a:xfrm>
            <a:prstGeom prst="rect">
              <a:avLst/>
            </a:prstGeom>
            <a:gradFill>
              <a:gsLst>
                <a:gs pos="96000">
                  <a:srgbClr val="66FF33"/>
                </a:gs>
                <a:gs pos="41000">
                  <a:srgbClr val="66FF66"/>
                </a:gs>
                <a:gs pos="19000">
                  <a:srgbClr val="66FF99"/>
                </a:gs>
              </a:gsLst>
              <a:lin ang="5400000" scaled="0"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3 375</a:t>
              </a:r>
              <a:r>
                <a:rPr lang="ru-RU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uLime</a:t>
              </a:r>
              <a:r>
                <a:rPr lang="en-US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ru-RU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AFEB91-3817-CC1C-8AA1-03C86F30F015}"/>
              </a:ext>
            </a:extLst>
          </p:cNvPr>
          <p:cNvSpPr txBox="1"/>
          <p:nvPr/>
        </p:nvSpPr>
        <p:spPr>
          <a:xfrm>
            <a:off x="8730343" y="294825"/>
            <a:ext cx="3461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Broadway" panose="04040905080B02020502" pitchFamily="82" charset="0"/>
              </a:rPr>
              <a:t>uLime</a:t>
            </a:r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 = 1 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Graphic 10">
            <a:extLst>
              <a:ext uri="{FF2B5EF4-FFF2-40B4-BE49-F238E27FC236}">
                <a16:creationId xmlns:a16="http://schemas.microsoft.com/office/drawing/2014/main" id="{8934DBEB-8F3D-AA6D-5667-7C5ECF8FFF07}"/>
              </a:ext>
            </a:extLst>
          </p:cNvPr>
          <p:cNvSpPr/>
          <p:nvPr/>
        </p:nvSpPr>
        <p:spPr>
          <a:xfrm rot="5400000">
            <a:off x="6388013" y="863518"/>
            <a:ext cx="5657850" cy="5950122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gradFill flip="none" rotWithShape="1"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DC23B5-A996-6E9D-21D4-EEB2327C9ACC}"/>
              </a:ext>
            </a:extLst>
          </p:cNvPr>
          <p:cNvSpPr txBox="1"/>
          <p:nvPr/>
        </p:nvSpPr>
        <p:spPr>
          <a:xfrm>
            <a:off x="6167771" y="1862614"/>
            <a:ext cx="60242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Активация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3 375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Tx/>
              <a:buChar char="-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место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реферальная выплата </a:t>
            </a:r>
            <a:r>
              <a:rPr lang="en-US" sz="24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1 125 </a:t>
            </a:r>
            <a:r>
              <a:rPr lang="en-US" sz="2400" dirty="0" err="1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dirty="0">
              <a:solidFill>
                <a:srgbClr val="FF99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умный клон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клон во 2 уровень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3 и 4 места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 4 уровень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33">
            <a:extLst>
              <a:ext uri="{FF2B5EF4-FFF2-40B4-BE49-F238E27FC236}">
                <a16:creationId xmlns:a16="http://schemas.microsoft.com/office/drawing/2014/main" id="{A38B490D-4F2B-8C85-4B43-0FD7A66A74EA}"/>
              </a:ext>
            </a:extLst>
          </p:cNvPr>
          <p:cNvSpPr/>
          <p:nvPr/>
        </p:nvSpPr>
        <p:spPr>
          <a:xfrm>
            <a:off x="6522649" y="1109152"/>
            <a:ext cx="1464730" cy="1506923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C14FD7DE-A4C0-5BE5-DF00-E001B4BDAC6F}"/>
              </a:ext>
            </a:extLst>
          </p:cNvPr>
          <p:cNvGrpSpPr/>
          <p:nvPr/>
        </p:nvGrpSpPr>
        <p:grpSpPr>
          <a:xfrm>
            <a:off x="1763362" y="3802718"/>
            <a:ext cx="1447099" cy="1411001"/>
            <a:chOff x="1763362" y="3802718"/>
            <a:chExt cx="1447099" cy="1411001"/>
          </a:xfrm>
        </p:grpSpPr>
        <p:grpSp>
          <p:nvGrpSpPr>
            <p:cNvPr id="79" name="Группа 78">
              <a:extLst>
                <a:ext uri="{FF2B5EF4-FFF2-40B4-BE49-F238E27FC236}">
                  <a16:creationId xmlns:a16="http://schemas.microsoft.com/office/drawing/2014/main" id="{44614C46-B187-174D-E38D-AB0518506ECE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81" name="Рисунок 80">
                <a:extLst>
                  <a:ext uri="{FF2B5EF4-FFF2-40B4-BE49-F238E27FC236}">
                    <a16:creationId xmlns:a16="http://schemas.microsoft.com/office/drawing/2014/main" id="{1F194BED-28A4-700B-60B2-943C006BB6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82" name="Рисунок 81">
                <a:extLst>
                  <a:ext uri="{FF2B5EF4-FFF2-40B4-BE49-F238E27FC236}">
                    <a16:creationId xmlns:a16="http://schemas.microsoft.com/office/drawing/2014/main" id="{7C8AFC3D-3C1F-B162-43EA-4FB1688CE1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80" name="Круг: прозрачная заливка 79">
              <a:extLst>
                <a:ext uri="{FF2B5EF4-FFF2-40B4-BE49-F238E27FC236}">
                  <a16:creationId xmlns:a16="http://schemas.microsoft.com/office/drawing/2014/main" id="{A5006364-C092-5300-F5C0-229EB9EA16B8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6EB547DD-9CBB-5151-E478-2C99E6F8CB41}"/>
              </a:ext>
            </a:extLst>
          </p:cNvPr>
          <p:cNvGrpSpPr/>
          <p:nvPr/>
        </p:nvGrpSpPr>
        <p:grpSpPr>
          <a:xfrm>
            <a:off x="-74120" y="3813012"/>
            <a:ext cx="1447099" cy="1411001"/>
            <a:chOff x="1763362" y="3802718"/>
            <a:chExt cx="1447099" cy="1411001"/>
          </a:xfrm>
        </p:grpSpPr>
        <p:grpSp>
          <p:nvGrpSpPr>
            <p:cNvPr id="84" name="Группа 83">
              <a:extLst>
                <a:ext uri="{FF2B5EF4-FFF2-40B4-BE49-F238E27FC236}">
                  <a16:creationId xmlns:a16="http://schemas.microsoft.com/office/drawing/2014/main" id="{E118236D-C8A8-B914-00E2-91AC0139F3B9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86" name="Рисунок 85">
                <a:extLst>
                  <a:ext uri="{FF2B5EF4-FFF2-40B4-BE49-F238E27FC236}">
                    <a16:creationId xmlns:a16="http://schemas.microsoft.com/office/drawing/2014/main" id="{8FAE6D77-04B5-FBE7-CCC4-F3EECD6FCF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87" name="Рисунок 86">
                <a:extLst>
                  <a:ext uri="{FF2B5EF4-FFF2-40B4-BE49-F238E27FC236}">
                    <a16:creationId xmlns:a16="http://schemas.microsoft.com/office/drawing/2014/main" id="{C71262A5-B07E-DA43-0F04-B07F41C94F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85" name="Круг: прозрачная заливка 84">
              <a:extLst>
                <a:ext uri="{FF2B5EF4-FFF2-40B4-BE49-F238E27FC236}">
                  <a16:creationId xmlns:a16="http://schemas.microsoft.com/office/drawing/2014/main" id="{333E193D-5213-A66D-DD0E-F1570F797B2B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DBF67A23-8058-9F5B-E887-45C3284109E8}"/>
              </a:ext>
            </a:extLst>
          </p:cNvPr>
          <p:cNvGrpSpPr/>
          <p:nvPr/>
        </p:nvGrpSpPr>
        <p:grpSpPr>
          <a:xfrm>
            <a:off x="3082823" y="3802717"/>
            <a:ext cx="1447099" cy="1411001"/>
            <a:chOff x="1763362" y="3802718"/>
            <a:chExt cx="1447099" cy="1411001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297D4C9B-007C-E70B-A723-E970869821BB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91" name="Рисунок 90">
                <a:extLst>
                  <a:ext uri="{FF2B5EF4-FFF2-40B4-BE49-F238E27FC236}">
                    <a16:creationId xmlns:a16="http://schemas.microsoft.com/office/drawing/2014/main" id="{8D946071-1EA6-3179-1C4A-919D85A6E4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92" name="Рисунок 91">
                <a:extLst>
                  <a:ext uri="{FF2B5EF4-FFF2-40B4-BE49-F238E27FC236}">
                    <a16:creationId xmlns:a16="http://schemas.microsoft.com/office/drawing/2014/main" id="{E63BC24C-AC48-40CB-CE93-4F8D7F08E5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90" name="Круг: прозрачная заливка 89">
              <a:extLst>
                <a:ext uri="{FF2B5EF4-FFF2-40B4-BE49-F238E27FC236}">
                  <a16:creationId xmlns:a16="http://schemas.microsoft.com/office/drawing/2014/main" id="{5DE55069-0A6A-2CBD-F209-4948BC809DA1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D43A13EF-5E65-3EFF-FD04-1523CB81A75D}"/>
              </a:ext>
            </a:extLst>
          </p:cNvPr>
          <p:cNvGrpSpPr/>
          <p:nvPr/>
        </p:nvGrpSpPr>
        <p:grpSpPr>
          <a:xfrm>
            <a:off x="4910332" y="3800666"/>
            <a:ext cx="1447099" cy="1411001"/>
            <a:chOff x="1763362" y="3802718"/>
            <a:chExt cx="1447099" cy="1411001"/>
          </a:xfrm>
        </p:grpSpPr>
        <p:grpSp>
          <p:nvGrpSpPr>
            <p:cNvPr id="94" name="Группа 93">
              <a:extLst>
                <a:ext uri="{FF2B5EF4-FFF2-40B4-BE49-F238E27FC236}">
                  <a16:creationId xmlns:a16="http://schemas.microsoft.com/office/drawing/2014/main" id="{072E85A8-6499-4D9A-F872-BC7CA3156F35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96" name="Рисунок 95">
                <a:extLst>
                  <a:ext uri="{FF2B5EF4-FFF2-40B4-BE49-F238E27FC236}">
                    <a16:creationId xmlns:a16="http://schemas.microsoft.com/office/drawing/2014/main" id="{A4585D20-EBF7-8EA1-3721-7DE219840F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97" name="Рисунок 96">
                <a:extLst>
                  <a:ext uri="{FF2B5EF4-FFF2-40B4-BE49-F238E27FC236}">
                    <a16:creationId xmlns:a16="http://schemas.microsoft.com/office/drawing/2014/main" id="{53F64E44-DCF1-4E70-E00E-DC8980CEBF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95" name="Круг: прозрачная заливка 94">
              <a:extLst>
                <a:ext uri="{FF2B5EF4-FFF2-40B4-BE49-F238E27FC236}">
                  <a16:creationId xmlns:a16="http://schemas.microsoft.com/office/drawing/2014/main" id="{573ACBAA-0E77-FA0F-BA3B-9110097A6966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399071CE-9208-1E15-4221-906C463A95B4}"/>
              </a:ext>
            </a:extLst>
          </p:cNvPr>
          <p:cNvGrpSpPr/>
          <p:nvPr/>
        </p:nvGrpSpPr>
        <p:grpSpPr>
          <a:xfrm>
            <a:off x="3982270" y="2370230"/>
            <a:ext cx="1447099" cy="1411001"/>
            <a:chOff x="1763362" y="3802718"/>
            <a:chExt cx="1447099" cy="1411001"/>
          </a:xfrm>
        </p:grpSpPr>
        <p:grpSp>
          <p:nvGrpSpPr>
            <p:cNvPr id="99" name="Группа 98">
              <a:extLst>
                <a:ext uri="{FF2B5EF4-FFF2-40B4-BE49-F238E27FC236}">
                  <a16:creationId xmlns:a16="http://schemas.microsoft.com/office/drawing/2014/main" id="{03E55D4C-F364-D95F-9D13-5F1E2C22CB9B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101" name="Рисунок 100">
                <a:extLst>
                  <a:ext uri="{FF2B5EF4-FFF2-40B4-BE49-F238E27FC236}">
                    <a16:creationId xmlns:a16="http://schemas.microsoft.com/office/drawing/2014/main" id="{11E217F7-5114-569E-B809-1DA7A1FA4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102" name="Рисунок 101">
                <a:extLst>
                  <a:ext uri="{FF2B5EF4-FFF2-40B4-BE49-F238E27FC236}">
                    <a16:creationId xmlns:a16="http://schemas.microsoft.com/office/drawing/2014/main" id="{8331B931-B07E-9BF0-FADE-23B78292D4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100" name="Круг: прозрачная заливка 99">
              <a:extLst>
                <a:ext uri="{FF2B5EF4-FFF2-40B4-BE49-F238E27FC236}">
                  <a16:creationId xmlns:a16="http://schemas.microsoft.com/office/drawing/2014/main" id="{B890EFF7-C6FD-C7BB-E208-68072B180D4C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D3310988-F7A2-B43E-2F95-68C097EFAC97}"/>
              </a:ext>
            </a:extLst>
          </p:cNvPr>
          <p:cNvGrpSpPr/>
          <p:nvPr/>
        </p:nvGrpSpPr>
        <p:grpSpPr>
          <a:xfrm>
            <a:off x="828323" y="2385336"/>
            <a:ext cx="1447099" cy="1411001"/>
            <a:chOff x="1763362" y="3802718"/>
            <a:chExt cx="1447099" cy="1411001"/>
          </a:xfrm>
        </p:grpSpPr>
        <p:grpSp>
          <p:nvGrpSpPr>
            <p:cNvPr id="104" name="Группа 103">
              <a:extLst>
                <a:ext uri="{FF2B5EF4-FFF2-40B4-BE49-F238E27FC236}">
                  <a16:creationId xmlns:a16="http://schemas.microsoft.com/office/drawing/2014/main" id="{AA892003-48FD-590D-B9DD-89B8BBE38E01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106" name="Рисунок 105">
                <a:extLst>
                  <a:ext uri="{FF2B5EF4-FFF2-40B4-BE49-F238E27FC236}">
                    <a16:creationId xmlns:a16="http://schemas.microsoft.com/office/drawing/2014/main" id="{9F7C8EC2-40ED-5E45-BF98-F2A6F8014C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107" name="Рисунок 106">
                <a:extLst>
                  <a:ext uri="{FF2B5EF4-FFF2-40B4-BE49-F238E27FC236}">
                    <a16:creationId xmlns:a16="http://schemas.microsoft.com/office/drawing/2014/main" id="{129735B1-F6B1-4391-2A66-E69ABE0E9F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105" name="Круг: прозрачная заливка 104">
              <a:extLst>
                <a:ext uri="{FF2B5EF4-FFF2-40B4-BE49-F238E27FC236}">
                  <a16:creationId xmlns:a16="http://schemas.microsoft.com/office/drawing/2014/main" id="{E3949879-6575-4547-34A8-2EE5367C88B8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7F990909-8EDA-37E3-991F-5C0442178BA6}"/>
              </a:ext>
            </a:extLst>
          </p:cNvPr>
          <p:cNvGrpSpPr/>
          <p:nvPr/>
        </p:nvGrpSpPr>
        <p:grpSpPr>
          <a:xfrm>
            <a:off x="2380953" y="907390"/>
            <a:ext cx="1447099" cy="1411001"/>
            <a:chOff x="1763362" y="3802718"/>
            <a:chExt cx="1447099" cy="1411001"/>
          </a:xfrm>
        </p:grpSpPr>
        <p:grpSp>
          <p:nvGrpSpPr>
            <p:cNvPr id="109" name="Группа 108">
              <a:extLst>
                <a:ext uri="{FF2B5EF4-FFF2-40B4-BE49-F238E27FC236}">
                  <a16:creationId xmlns:a16="http://schemas.microsoft.com/office/drawing/2014/main" id="{3666B2CB-E6A4-5BD6-7D8E-00185EB156E1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111" name="Рисунок 110">
                <a:extLst>
                  <a:ext uri="{FF2B5EF4-FFF2-40B4-BE49-F238E27FC236}">
                    <a16:creationId xmlns:a16="http://schemas.microsoft.com/office/drawing/2014/main" id="{37FC3A1A-FB0B-995C-8717-DDC213F07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112" name="Рисунок 111">
                <a:extLst>
                  <a:ext uri="{FF2B5EF4-FFF2-40B4-BE49-F238E27FC236}">
                    <a16:creationId xmlns:a16="http://schemas.microsoft.com/office/drawing/2014/main" id="{ED44D34A-3263-F871-F11A-C6D309664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110" name="Круг: прозрачная заливка 109">
              <a:extLst>
                <a:ext uri="{FF2B5EF4-FFF2-40B4-BE49-F238E27FC236}">
                  <a16:creationId xmlns:a16="http://schemas.microsoft.com/office/drawing/2014/main" id="{4A65A4BD-C158-A816-CE45-1B06B807659C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813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2A355-3E5B-3B7E-867C-51E6754E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48">
            <a:extLst>
              <a:ext uri="{FF2B5EF4-FFF2-40B4-BE49-F238E27FC236}">
                <a16:creationId xmlns:a16="http://schemas.microsoft.com/office/drawing/2014/main" id="{7220CA53-05BA-95F5-377B-53A4B47A8146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1AF9D-80FF-8B49-5277-0AB6C3C99DE5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Уровень</a:t>
            </a:r>
          </a:p>
        </p:txBody>
      </p:sp>
      <p:sp>
        <p:nvSpPr>
          <p:cNvPr id="120" name="Прямоугольник: скругленные углы 119">
            <a:extLst>
              <a:ext uri="{FF2B5EF4-FFF2-40B4-BE49-F238E27FC236}">
                <a16:creationId xmlns:a16="http://schemas.microsoft.com/office/drawing/2014/main" id="{2E20EDD1-6E8A-AFBD-9BF9-9DBA98F38711}"/>
              </a:ext>
            </a:extLst>
          </p:cNvPr>
          <p:cNvSpPr/>
          <p:nvPr/>
        </p:nvSpPr>
        <p:spPr>
          <a:xfrm>
            <a:off x="2918122" y="6132680"/>
            <a:ext cx="2569580" cy="493946"/>
          </a:xfrm>
          <a:prstGeom prst="roundRect">
            <a:avLst/>
          </a:prstGeom>
          <a:gradFill>
            <a:gsLst>
              <a:gs pos="96000">
                <a:srgbClr val="66FF33"/>
              </a:gs>
              <a:gs pos="41000">
                <a:srgbClr val="66FF66"/>
              </a:gs>
              <a:gs pos="19000">
                <a:srgbClr val="66FF99"/>
              </a:gs>
            </a:gsLst>
            <a:lin ang="5400000" scaled="0"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Правая фигурная скобка 118">
            <a:extLst>
              <a:ext uri="{FF2B5EF4-FFF2-40B4-BE49-F238E27FC236}">
                <a16:creationId xmlns:a16="http://schemas.microsoft.com/office/drawing/2014/main" id="{B8D438F2-416B-08B0-ABAD-DC72755DAF2D}"/>
              </a:ext>
            </a:extLst>
          </p:cNvPr>
          <p:cNvSpPr/>
          <p:nvPr/>
        </p:nvSpPr>
        <p:spPr>
          <a:xfrm rot="5400000">
            <a:off x="3940668" y="3722041"/>
            <a:ext cx="524489" cy="4210847"/>
          </a:xfrm>
          <a:prstGeom prst="righ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5E120B6-246D-0B04-16D0-8CD85D9633AA}"/>
              </a:ext>
            </a:extLst>
          </p:cNvPr>
          <p:cNvSpPr txBox="1"/>
          <p:nvPr/>
        </p:nvSpPr>
        <p:spPr>
          <a:xfrm>
            <a:off x="2918122" y="6148820"/>
            <a:ext cx="255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30 37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A2FBFB6D-F6B0-B4FE-D6D2-0987FD99C920}"/>
              </a:ext>
            </a:extLst>
          </p:cNvPr>
          <p:cNvGrpSpPr/>
          <p:nvPr/>
        </p:nvGrpSpPr>
        <p:grpSpPr>
          <a:xfrm>
            <a:off x="375566" y="1281303"/>
            <a:ext cx="5703996" cy="4477808"/>
            <a:chOff x="915594" y="1321267"/>
            <a:chExt cx="5703996" cy="4477808"/>
          </a:xfrm>
        </p:grpSpPr>
        <p:grpSp>
          <p:nvGrpSpPr>
            <p:cNvPr id="124" name="Группа 266">
              <a:extLst>
                <a:ext uri="{FF2B5EF4-FFF2-40B4-BE49-F238E27FC236}">
                  <a16:creationId xmlns:a16="http://schemas.microsoft.com/office/drawing/2014/main" id="{6ED228EC-4EE8-B64A-622D-4E8D87F3A1CA}"/>
                </a:ext>
              </a:extLst>
            </p:cNvPr>
            <p:cNvGrpSpPr/>
            <p:nvPr/>
          </p:nvGrpSpPr>
          <p:grpSpPr>
            <a:xfrm>
              <a:off x="915594" y="2178187"/>
              <a:ext cx="5548848" cy="3620888"/>
              <a:chOff x="915594" y="2200534"/>
              <a:chExt cx="5548848" cy="3678811"/>
            </a:xfrm>
          </p:grpSpPr>
          <p:grpSp>
            <p:nvGrpSpPr>
              <p:cNvPr id="132" name="Группа 250">
                <a:extLst>
                  <a:ext uri="{FF2B5EF4-FFF2-40B4-BE49-F238E27FC236}">
                    <a16:creationId xmlns:a16="http://schemas.microsoft.com/office/drawing/2014/main" id="{7B5838BD-E621-327D-B087-060E6455A127}"/>
                  </a:ext>
                </a:extLst>
              </p:cNvPr>
              <p:cNvGrpSpPr/>
              <p:nvPr/>
            </p:nvGrpSpPr>
            <p:grpSpPr>
              <a:xfrm>
                <a:off x="1302571" y="2200534"/>
                <a:ext cx="4989665" cy="1812583"/>
                <a:chOff x="1377430" y="2334298"/>
                <a:chExt cx="5503213" cy="1983413"/>
              </a:xfrm>
            </p:grpSpPr>
            <p:cxnSp>
              <p:nvCxnSpPr>
                <p:cNvPr id="137" name="Соединительная линия уступом 215">
                  <a:extLst>
                    <a:ext uri="{FF2B5EF4-FFF2-40B4-BE49-F238E27FC236}">
                      <a16:creationId xmlns:a16="http://schemas.microsoft.com/office/drawing/2014/main" id="{355EE7D8-F90D-EEB4-D239-CAFBF7DB26B8}"/>
                    </a:ext>
                  </a:extLst>
                </p:cNvPr>
                <p:cNvCxnSpPr/>
                <p:nvPr/>
              </p:nvCxnSpPr>
              <p:spPr>
                <a:xfrm rot="5400000">
                  <a:off x="3031312" y="1665368"/>
                  <a:ext cx="395149" cy="1735711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Соединительная линия уступом 221">
                  <a:extLst>
                    <a:ext uri="{FF2B5EF4-FFF2-40B4-BE49-F238E27FC236}">
                      <a16:creationId xmlns:a16="http://schemas.microsoft.com/office/drawing/2014/main" id="{0DE7DAEC-8605-49FB-B2B2-029FE1E84E85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770000" y="1664698"/>
                  <a:ext cx="396000" cy="17352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9" name="Группа 238">
                  <a:extLst>
                    <a:ext uri="{FF2B5EF4-FFF2-40B4-BE49-F238E27FC236}">
                      <a16:creationId xmlns:a16="http://schemas.microsoft.com/office/drawing/2014/main" id="{ED242F16-2BC0-881C-E712-3C9949A357E2}"/>
                    </a:ext>
                  </a:extLst>
                </p:cNvPr>
                <p:cNvGrpSpPr/>
                <p:nvPr/>
              </p:nvGrpSpPr>
              <p:grpSpPr>
                <a:xfrm>
                  <a:off x="1377430" y="3930547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143" name="Соединительная линия уступом 232">
                    <a:extLst>
                      <a:ext uri="{FF2B5EF4-FFF2-40B4-BE49-F238E27FC236}">
                        <a16:creationId xmlns:a16="http://schemas.microsoft.com/office/drawing/2014/main" id="{3B66AF85-0221-33E7-867F-CE8939702B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Соединительная линия уступом 235">
                    <a:extLst>
                      <a:ext uri="{FF2B5EF4-FFF2-40B4-BE49-F238E27FC236}">
                        <a16:creationId xmlns:a16="http://schemas.microsoft.com/office/drawing/2014/main" id="{CDCAC92F-35BD-4B7B-AB46-BEF35AC35E09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0" name="Группа 238">
                  <a:extLst>
                    <a:ext uri="{FF2B5EF4-FFF2-40B4-BE49-F238E27FC236}">
                      <a16:creationId xmlns:a16="http://schemas.microsoft.com/office/drawing/2014/main" id="{17853273-1754-4630-90D7-52D0D88E15F0}"/>
                    </a:ext>
                  </a:extLst>
                </p:cNvPr>
                <p:cNvGrpSpPr/>
                <p:nvPr/>
              </p:nvGrpSpPr>
              <p:grpSpPr>
                <a:xfrm>
                  <a:off x="4855901" y="3925798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141" name="Соединительная линия уступом 247">
                    <a:extLst>
                      <a:ext uri="{FF2B5EF4-FFF2-40B4-BE49-F238E27FC236}">
                        <a16:creationId xmlns:a16="http://schemas.microsoft.com/office/drawing/2014/main" id="{44358A37-A11B-0EDB-E61A-D6CF6205B75B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Соединительная линия уступом 248">
                    <a:extLst>
                      <a:ext uri="{FF2B5EF4-FFF2-40B4-BE49-F238E27FC236}">
                        <a16:creationId xmlns:a16="http://schemas.microsoft.com/office/drawing/2014/main" id="{526DC3A1-282C-DD14-B72A-57B1173A21ED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33" name="6-конечная звезда 261">
                <a:extLst>
                  <a:ext uri="{FF2B5EF4-FFF2-40B4-BE49-F238E27FC236}">
                    <a16:creationId xmlns:a16="http://schemas.microsoft.com/office/drawing/2014/main" id="{42FC883C-DE8C-4E12-4C55-859894F2A174}"/>
                  </a:ext>
                </a:extLst>
              </p:cNvPr>
              <p:cNvSpPr/>
              <p:nvPr/>
            </p:nvSpPr>
            <p:spPr>
              <a:xfrm>
                <a:off x="915594" y="522376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34" name="6-конечная звезда 262">
                <a:extLst>
                  <a:ext uri="{FF2B5EF4-FFF2-40B4-BE49-F238E27FC236}">
                    <a16:creationId xmlns:a16="http://schemas.microsoft.com/office/drawing/2014/main" id="{F2CF7CCD-2F04-056C-4C15-05778AA1316F}"/>
                  </a:ext>
                </a:extLst>
              </p:cNvPr>
              <p:cNvSpPr/>
              <p:nvPr/>
            </p:nvSpPr>
            <p:spPr>
              <a:xfrm>
                <a:off x="2830286" y="5228252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35" name="6-конечная звезда 263">
                <a:extLst>
                  <a:ext uri="{FF2B5EF4-FFF2-40B4-BE49-F238E27FC236}">
                    <a16:creationId xmlns:a16="http://schemas.microsoft.com/office/drawing/2014/main" id="{36851285-289D-C263-4F02-D57BF1213AAE}"/>
                  </a:ext>
                </a:extLst>
              </p:cNvPr>
              <p:cNvSpPr/>
              <p:nvPr/>
            </p:nvSpPr>
            <p:spPr>
              <a:xfrm>
                <a:off x="4156855" y="5244863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136" name="6-конечная звезда 264">
                <a:extLst>
                  <a:ext uri="{FF2B5EF4-FFF2-40B4-BE49-F238E27FC236}">
                    <a16:creationId xmlns:a16="http://schemas.microsoft.com/office/drawing/2014/main" id="{E62610B5-4A1A-7C5A-684C-0E1F241DA82F}"/>
                  </a:ext>
                </a:extLst>
              </p:cNvPr>
              <p:cNvSpPr/>
              <p:nvPr/>
            </p:nvSpPr>
            <p:spPr>
              <a:xfrm>
                <a:off x="5857952" y="524354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</a:p>
            </p:txBody>
          </p:sp>
        </p:grpSp>
        <p:sp>
          <p:nvSpPr>
            <p:cNvPr id="125" name="Прямоугольник 124">
              <a:extLst>
                <a:ext uri="{FF2B5EF4-FFF2-40B4-BE49-F238E27FC236}">
                  <a16:creationId xmlns:a16="http://schemas.microsoft.com/office/drawing/2014/main" id="{42C6927F-A7BF-16F2-E6C3-799034BCE236}"/>
                </a:ext>
              </a:extLst>
            </p:cNvPr>
            <p:cNvSpPr/>
            <p:nvPr/>
          </p:nvSpPr>
          <p:spPr>
            <a:xfrm>
              <a:off x="4295385" y="1321267"/>
              <a:ext cx="2324205" cy="523220"/>
            </a:xfrm>
            <a:prstGeom prst="rect">
              <a:avLst/>
            </a:prstGeom>
            <a:gradFill>
              <a:gsLst>
                <a:gs pos="96000">
                  <a:srgbClr val="66FF33"/>
                </a:gs>
                <a:gs pos="41000">
                  <a:srgbClr val="66FF66"/>
                </a:gs>
                <a:gs pos="19000">
                  <a:srgbClr val="66FF99"/>
                </a:gs>
              </a:gsLst>
              <a:lin ang="5400000" scaled="0"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ru-RU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10 12</a:t>
              </a:r>
              <a:r>
                <a:rPr lang="en-US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ru-RU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uLime</a:t>
              </a:r>
              <a:r>
                <a:rPr lang="en-US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ru-RU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056EF7-D57B-7569-21A3-45AB8FC10398}"/>
              </a:ext>
            </a:extLst>
          </p:cNvPr>
          <p:cNvSpPr txBox="1"/>
          <p:nvPr/>
        </p:nvSpPr>
        <p:spPr>
          <a:xfrm>
            <a:off x="8730343" y="294825"/>
            <a:ext cx="3461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Broadway" panose="04040905080B02020502" pitchFamily="82" charset="0"/>
              </a:rPr>
              <a:t>uLime</a:t>
            </a:r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 = 1 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3" name="Graphic 10">
            <a:extLst>
              <a:ext uri="{FF2B5EF4-FFF2-40B4-BE49-F238E27FC236}">
                <a16:creationId xmlns:a16="http://schemas.microsoft.com/office/drawing/2014/main" id="{301FBD14-C879-D3B9-9131-4112D41DEE67}"/>
              </a:ext>
            </a:extLst>
          </p:cNvPr>
          <p:cNvSpPr/>
          <p:nvPr/>
        </p:nvSpPr>
        <p:spPr>
          <a:xfrm rot="5400000">
            <a:off x="6388013" y="863518"/>
            <a:ext cx="5657850" cy="5950122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gradFill flip="none" rotWithShape="1"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9" name="Rectangle: Rounded Corners 33">
            <a:extLst>
              <a:ext uri="{FF2B5EF4-FFF2-40B4-BE49-F238E27FC236}">
                <a16:creationId xmlns:a16="http://schemas.microsoft.com/office/drawing/2014/main" id="{AF01EA3B-339D-F9FC-EF06-209033EF4677}"/>
              </a:ext>
            </a:extLst>
          </p:cNvPr>
          <p:cNvSpPr/>
          <p:nvPr/>
        </p:nvSpPr>
        <p:spPr>
          <a:xfrm>
            <a:off x="6522649" y="1109152"/>
            <a:ext cx="1464730" cy="1506923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6FD1E-997E-93E7-EAFD-F087C86B8B90}"/>
              </a:ext>
            </a:extLst>
          </p:cNvPr>
          <p:cNvSpPr txBox="1"/>
          <p:nvPr/>
        </p:nvSpPr>
        <p:spPr>
          <a:xfrm>
            <a:off x="6336773" y="1816179"/>
            <a:ext cx="59569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Активация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10 125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Tx/>
              <a:buChar char="-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место 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реферальная выплата </a:t>
            </a:r>
            <a:r>
              <a:rPr lang="ru-RU" sz="24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3 37</a:t>
            </a:r>
            <a:r>
              <a:rPr lang="en-US" sz="24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400" dirty="0" err="1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dirty="0">
              <a:solidFill>
                <a:srgbClr val="FF99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умный клон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во 2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клон в 3 уровень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3 и 4 места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переход в 5 уровень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8A2F15B-3CF7-0F45-F90B-2D5E87CE481A}"/>
              </a:ext>
            </a:extLst>
          </p:cNvPr>
          <p:cNvGrpSpPr/>
          <p:nvPr/>
        </p:nvGrpSpPr>
        <p:grpSpPr>
          <a:xfrm>
            <a:off x="1878371" y="3802267"/>
            <a:ext cx="1447099" cy="1411001"/>
            <a:chOff x="1763362" y="3802718"/>
            <a:chExt cx="1447099" cy="141100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ED6DFD21-8AD5-DCE0-F10F-B3505F4D3E00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11" name="Рисунок 10">
                <a:extLst>
                  <a:ext uri="{FF2B5EF4-FFF2-40B4-BE49-F238E27FC236}">
                    <a16:creationId xmlns:a16="http://schemas.microsoft.com/office/drawing/2014/main" id="{50FA9729-1DE4-C7A8-B222-E61D44876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43AB4CE2-1502-62E3-7A2C-702BEFF9B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10" name="Круг: прозрачная заливка 9">
              <a:extLst>
                <a:ext uri="{FF2B5EF4-FFF2-40B4-BE49-F238E27FC236}">
                  <a16:creationId xmlns:a16="http://schemas.microsoft.com/office/drawing/2014/main" id="{C8536490-A31E-EDA2-B031-5E502E12BA22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A0A683D-8807-E140-B8B5-AD9EF852E326}"/>
              </a:ext>
            </a:extLst>
          </p:cNvPr>
          <p:cNvGrpSpPr/>
          <p:nvPr/>
        </p:nvGrpSpPr>
        <p:grpSpPr>
          <a:xfrm>
            <a:off x="20538" y="3812561"/>
            <a:ext cx="1447099" cy="1411001"/>
            <a:chOff x="1763362" y="3802718"/>
            <a:chExt cx="1447099" cy="1411001"/>
          </a:xfrm>
        </p:grpSpPr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B96E4C3D-2A93-4CA5-5C7E-97D76F005424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16" name="Рисунок 15">
                <a:extLst>
                  <a:ext uri="{FF2B5EF4-FFF2-40B4-BE49-F238E27FC236}">
                    <a16:creationId xmlns:a16="http://schemas.microsoft.com/office/drawing/2014/main" id="{08881C64-6557-CE16-6A0B-81DD5BDFEA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17" name="Рисунок 16">
                <a:extLst>
                  <a:ext uri="{FF2B5EF4-FFF2-40B4-BE49-F238E27FC236}">
                    <a16:creationId xmlns:a16="http://schemas.microsoft.com/office/drawing/2014/main" id="{54F0689C-CF11-FEF5-C219-80B332442F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15" name="Круг: прозрачная заливка 14">
              <a:extLst>
                <a:ext uri="{FF2B5EF4-FFF2-40B4-BE49-F238E27FC236}">
                  <a16:creationId xmlns:a16="http://schemas.microsoft.com/office/drawing/2014/main" id="{CE7FECBF-E2F9-981D-0D55-A77718123728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E481DA4-EB28-BD96-467B-BBC879E5571F}"/>
              </a:ext>
            </a:extLst>
          </p:cNvPr>
          <p:cNvGrpSpPr/>
          <p:nvPr/>
        </p:nvGrpSpPr>
        <p:grpSpPr>
          <a:xfrm>
            <a:off x="3186573" y="3792933"/>
            <a:ext cx="1447099" cy="1411001"/>
            <a:chOff x="1763362" y="3802718"/>
            <a:chExt cx="1447099" cy="1411001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F108EDF8-6E1F-3BEE-F7FE-D45149B49EE7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21" name="Рисунок 20">
                <a:extLst>
                  <a:ext uri="{FF2B5EF4-FFF2-40B4-BE49-F238E27FC236}">
                    <a16:creationId xmlns:a16="http://schemas.microsoft.com/office/drawing/2014/main" id="{D08754B2-D215-4894-5918-4A589CF5D8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22" name="Рисунок 21">
                <a:extLst>
                  <a:ext uri="{FF2B5EF4-FFF2-40B4-BE49-F238E27FC236}">
                    <a16:creationId xmlns:a16="http://schemas.microsoft.com/office/drawing/2014/main" id="{44616EA2-86F5-FBDD-6E12-2F0671365E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20" name="Круг: прозрачная заливка 19">
              <a:extLst>
                <a:ext uri="{FF2B5EF4-FFF2-40B4-BE49-F238E27FC236}">
                  <a16:creationId xmlns:a16="http://schemas.microsoft.com/office/drawing/2014/main" id="{FF66CCB0-2216-8F89-F6DB-27B430CF0095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1B16EB8A-1873-4006-2E05-FAB67D1C641A}"/>
              </a:ext>
            </a:extLst>
          </p:cNvPr>
          <p:cNvGrpSpPr/>
          <p:nvPr/>
        </p:nvGrpSpPr>
        <p:grpSpPr>
          <a:xfrm>
            <a:off x="4890376" y="3792932"/>
            <a:ext cx="1447099" cy="1411001"/>
            <a:chOff x="1763362" y="3802718"/>
            <a:chExt cx="1447099" cy="1411001"/>
          </a:xfrm>
        </p:grpSpPr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010392CA-B2BD-5BE2-7845-F70358B6DF63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26" name="Рисунок 25">
                <a:extLst>
                  <a:ext uri="{FF2B5EF4-FFF2-40B4-BE49-F238E27FC236}">
                    <a16:creationId xmlns:a16="http://schemas.microsoft.com/office/drawing/2014/main" id="{02543B55-D6A4-80FA-451C-842E7E107D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27" name="Рисунок 26">
                <a:extLst>
                  <a:ext uri="{FF2B5EF4-FFF2-40B4-BE49-F238E27FC236}">
                    <a16:creationId xmlns:a16="http://schemas.microsoft.com/office/drawing/2014/main" id="{CEC79984-40AD-9EFC-FD5C-7836E7D97E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25" name="Круг: прозрачная заливка 24">
              <a:extLst>
                <a:ext uri="{FF2B5EF4-FFF2-40B4-BE49-F238E27FC236}">
                  <a16:creationId xmlns:a16="http://schemas.microsoft.com/office/drawing/2014/main" id="{1E36A6D8-F69B-0AB2-CBF5-B854DEC73B36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A55086D-1644-CDA3-B01D-105CA0C7B130}"/>
              </a:ext>
            </a:extLst>
          </p:cNvPr>
          <p:cNvGrpSpPr/>
          <p:nvPr/>
        </p:nvGrpSpPr>
        <p:grpSpPr>
          <a:xfrm>
            <a:off x="4078194" y="2362497"/>
            <a:ext cx="1447099" cy="1411001"/>
            <a:chOff x="1763362" y="3802718"/>
            <a:chExt cx="1447099" cy="1411001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73D0E8A9-71DA-B8F9-74B5-8697BE0CE2C1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EC0839AF-5521-1BD8-DF0E-3263045EC8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16565892-95F8-80E9-635A-022A0F7839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30" name="Круг: прозрачная заливка 29">
              <a:extLst>
                <a:ext uri="{FF2B5EF4-FFF2-40B4-BE49-F238E27FC236}">
                  <a16:creationId xmlns:a16="http://schemas.microsoft.com/office/drawing/2014/main" id="{580FB16D-0657-BB24-1D04-39D7E3351F29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FE002C24-BC26-6F12-8319-D8A8B6646DBB}"/>
              </a:ext>
            </a:extLst>
          </p:cNvPr>
          <p:cNvGrpSpPr/>
          <p:nvPr/>
        </p:nvGrpSpPr>
        <p:grpSpPr>
          <a:xfrm>
            <a:off x="923978" y="2384550"/>
            <a:ext cx="1447099" cy="1411001"/>
            <a:chOff x="1763362" y="3802718"/>
            <a:chExt cx="1447099" cy="1411001"/>
          </a:xfrm>
        </p:grpSpPr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91AFD52E-3982-4399-8AC3-742BFF466AE3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36" name="Рисунок 35">
                <a:extLst>
                  <a:ext uri="{FF2B5EF4-FFF2-40B4-BE49-F238E27FC236}">
                    <a16:creationId xmlns:a16="http://schemas.microsoft.com/office/drawing/2014/main" id="{7918603E-B551-5404-FC5C-8CBD28720A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37" name="Рисунок 36">
                <a:extLst>
                  <a:ext uri="{FF2B5EF4-FFF2-40B4-BE49-F238E27FC236}">
                    <a16:creationId xmlns:a16="http://schemas.microsoft.com/office/drawing/2014/main" id="{A4B95152-8655-CB54-499E-00CA9E743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35" name="Круг: прозрачная заливка 34">
              <a:extLst>
                <a:ext uri="{FF2B5EF4-FFF2-40B4-BE49-F238E27FC236}">
                  <a16:creationId xmlns:a16="http://schemas.microsoft.com/office/drawing/2014/main" id="{EEE8001F-A59F-F462-4144-3D7AC7A2CB8C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46FA4925-05E4-CB3A-CF56-7876551923A4}"/>
              </a:ext>
            </a:extLst>
          </p:cNvPr>
          <p:cNvGrpSpPr/>
          <p:nvPr/>
        </p:nvGrpSpPr>
        <p:grpSpPr>
          <a:xfrm>
            <a:off x="2380953" y="907390"/>
            <a:ext cx="1447099" cy="1411001"/>
            <a:chOff x="1763362" y="3802718"/>
            <a:chExt cx="1447099" cy="1411001"/>
          </a:xfrm>
        </p:grpSpPr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7B97645B-DB28-E953-FA68-C595125AA383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41" name="Рисунок 40">
                <a:extLst>
                  <a:ext uri="{FF2B5EF4-FFF2-40B4-BE49-F238E27FC236}">
                    <a16:creationId xmlns:a16="http://schemas.microsoft.com/office/drawing/2014/main" id="{5B126764-4636-F81C-9292-ABC12A4130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42" name="Рисунок 41">
                <a:extLst>
                  <a:ext uri="{FF2B5EF4-FFF2-40B4-BE49-F238E27FC236}">
                    <a16:creationId xmlns:a16="http://schemas.microsoft.com/office/drawing/2014/main" id="{ACFE8D3D-A76A-0995-8914-6F613DF110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40" name="Круг: прозрачная заливка 39">
              <a:extLst>
                <a:ext uri="{FF2B5EF4-FFF2-40B4-BE49-F238E27FC236}">
                  <a16:creationId xmlns:a16="http://schemas.microsoft.com/office/drawing/2014/main" id="{47B99FF0-5B50-BFAE-C00B-139CE4F48922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136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28B90-308E-EE1F-EBE2-6377020F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48">
            <a:extLst>
              <a:ext uri="{FF2B5EF4-FFF2-40B4-BE49-F238E27FC236}">
                <a16:creationId xmlns:a16="http://schemas.microsoft.com/office/drawing/2014/main" id="{82D3EA23-4F49-B3B1-36FE-4D7104344437}"/>
              </a:ext>
            </a:extLst>
          </p:cNvPr>
          <p:cNvSpPr/>
          <p:nvPr/>
        </p:nvSpPr>
        <p:spPr>
          <a:xfrm>
            <a:off x="-746917" y="-16868"/>
            <a:ext cx="3675299" cy="1469562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2F497-BFA2-EDE6-408C-CD935C22A849}"/>
              </a:ext>
            </a:extLst>
          </p:cNvPr>
          <p:cNvSpPr txBox="1"/>
          <p:nvPr/>
        </p:nvSpPr>
        <p:spPr>
          <a:xfrm>
            <a:off x="1652751" y="-28844"/>
            <a:ext cx="2967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Уровень</a:t>
            </a:r>
          </a:p>
        </p:txBody>
      </p:sp>
      <p:sp>
        <p:nvSpPr>
          <p:cNvPr id="120" name="Прямоугольник: скругленные углы 119">
            <a:extLst>
              <a:ext uri="{FF2B5EF4-FFF2-40B4-BE49-F238E27FC236}">
                <a16:creationId xmlns:a16="http://schemas.microsoft.com/office/drawing/2014/main" id="{C7043A1A-7358-5157-AA2B-11E6A666A105}"/>
              </a:ext>
            </a:extLst>
          </p:cNvPr>
          <p:cNvSpPr/>
          <p:nvPr/>
        </p:nvSpPr>
        <p:spPr>
          <a:xfrm>
            <a:off x="2792871" y="6154839"/>
            <a:ext cx="2569580" cy="493946"/>
          </a:xfrm>
          <a:prstGeom prst="roundRect">
            <a:avLst/>
          </a:prstGeom>
          <a:gradFill>
            <a:gsLst>
              <a:gs pos="96000">
                <a:srgbClr val="66FF33"/>
              </a:gs>
              <a:gs pos="41000">
                <a:srgbClr val="66FF66"/>
              </a:gs>
              <a:gs pos="19000">
                <a:srgbClr val="66FF99"/>
              </a:gs>
            </a:gsLst>
            <a:lin ang="5400000" scaled="0"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9" name="Правая фигурная скобка 118">
            <a:extLst>
              <a:ext uri="{FF2B5EF4-FFF2-40B4-BE49-F238E27FC236}">
                <a16:creationId xmlns:a16="http://schemas.microsoft.com/office/drawing/2014/main" id="{AF4FCCB3-6756-3E06-71EA-7ABA7430FFB4}"/>
              </a:ext>
            </a:extLst>
          </p:cNvPr>
          <p:cNvSpPr/>
          <p:nvPr/>
        </p:nvSpPr>
        <p:spPr>
          <a:xfrm rot="5400000">
            <a:off x="3815417" y="3744200"/>
            <a:ext cx="524489" cy="4210847"/>
          </a:xfrm>
          <a:prstGeom prst="righ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5717C13-DE55-C3D9-EEFC-0D589232CF39}"/>
              </a:ext>
            </a:extLst>
          </p:cNvPr>
          <p:cNvSpPr txBox="1"/>
          <p:nvPr/>
        </p:nvSpPr>
        <p:spPr>
          <a:xfrm>
            <a:off x="2792871" y="6170979"/>
            <a:ext cx="2550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91 12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B67618F7-FBC0-FA71-9C33-C0A26EACDD68}"/>
              </a:ext>
            </a:extLst>
          </p:cNvPr>
          <p:cNvGrpSpPr/>
          <p:nvPr/>
        </p:nvGrpSpPr>
        <p:grpSpPr>
          <a:xfrm>
            <a:off x="250315" y="1297302"/>
            <a:ext cx="5810245" cy="4492110"/>
            <a:chOff x="915594" y="1315107"/>
            <a:chExt cx="5810245" cy="4492110"/>
          </a:xfrm>
        </p:grpSpPr>
        <p:grpSp>
          <p:nvGrpSpPr>
            <p:cNvPr id="124" name="Группа 266">
              <a:extLst>
                <a:ext uri="{FF2B5EF4-FFF2-40B4-BE49-F238E27FC236}">
                  <a16:creationId xmlns:a16="http://schemas.microsoft.com/office/drawing/2014/main" id="{1A18A9BA-B3A9-BD7C-22BB-1B3C934BE383}"/>
                </a:ext>
              </a:extLst>
            </p:cNvPr>
            <p:cNvGrpSpPr/>
            <p:nvPr/>
          </p:nvGrpSpPr>
          <p:grpSpPr>
            <a:xfrm>
              <a:off x="915594" y="2178187"/>
              <a:ext cx="5699810" cy="3629030"/>
              <a:chOff x="915594" y="2200534"/>
              <a:chExt cx="5699810" cy="3687083"/>
            </a:xfrm>
          </p:grpSpPr>
          <p:grpSp>
            <p:nvGrpSpPr>
              <p:cNvPr id="132" name="Группа 250">
                <a:extLst>
                  <a:ext uri="{FF2B5EF4-FFF2-40B4-BE49-F238E27FC236}">
                    <a16:creationId xmlns:a16="http://schemas.microsoft.com/office/drawing/2014/main" id="{CE7E4C28-9148-99C5-BB8A-A9DFB342F2D1}"/>
                  </a:ext>
                </a:extLst>
              </p:cNvPr>
              <p:cNvGrpSpPr/>
              <p:nvPr/>
            </p:nvGrpSpPr>
            <p:grpSpPr>
              <a:xfrm>
                <a:off x="1302571" y="2200534"/>
                <a:ext cx="4989665" cy="1812583"/>
                <a:chOff x="1377430" y="2334298"/>
                <a:chExt cx="5503213" cy="1983413"/>
              </a:xfrm>
            </p:grpSpPr>
            <p:cxnSp>
              <p:nvCxnSpPr>
                <p:cNvPr id="137" name="Соединительная линия уступом 215">
                  <a:extLst>
                    <a:ext uri="{FF2B5EF4-FFF2-40B4-BE49-F238E27FC236}">
                      <a16:creationId xmlns:a16="http://schemas.microsoft.com/office/drawing/2014/main" id="{44B92B1B-DEF7-E1AE-D362-C7AAE3110935}"/>
                    </a:ext>
                  </a:extLst>
                </p:cNvPr>
                <p:cNvCxnSpPr/>
                <p:nvPr/>
              </p:nvCxnSpPr>
              <p:spPr>
                <a:xfrm rot="5400000">
                  <a:off x="3031312" y="1665368"/>
                  <a:ext cx="395149" cy="1735711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Соединительная линия уступом 221">
                  <a:extLst>
                    <a:ext uri="{FF2B5EF4-FFF2-40B4-BE49-F238E27FC236}">
                      <a16:creationId xmlns:a16="http://schemas.microsoft.com/office/drawing/2014/main" id="{093A2981-CD54-8115-24FD-FD9FC3C00485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770000" y="1664698"/>
                  <a:ext cx="396000" cy="1735200"/>
                </a:xfrm>
                <a:prstGeom prst="bentConnector3">
                  <a:avLst>
                    <a:gd name="adj1" fmla="val 50000"/>
                  </a:avLst>
                </a:prstGeom>
                <a:ln w="28575" cmpd="sng">
                  <a:solidFill>
                    <a:schemeClr val="bg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9" name="Группа 238">
                  <a:extLst>
                    <a:ext uri="{FF2B5EF4-FFF2-40B4-BE49-F238E27FC236}">
                      <a16:creationId xmlns:a16="http://schemas.microsoft.com/office/drawing/2014/main" id="{E0BB292F-4864-BC9F-8B27-3B97538626F8}"/>
                    </a:ext>
                  </a:extLst>
                </p:cNvPr>
                <p:cNvGrpSpPr/>
                <p:nvPr/>
              </p:nvGrpSpPr>
              <p:grpSpPr>
                <a:xfrm>
                  <a:off x="1377430" y="3930547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143" name="Соединительная линия уступом 232">
                    <a:extLst>
                      <a:ext uri="{FF2B5EF4-FFF2-40B4-BE49-F238E27FC236}">
                        <a16:creationId xmlns:a16="http://schemas.microsoft.com/office/drawing/2014/main" id="{0CD56570-26C3-82BC-F626-70DF4943B8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Соединительная линия уступом 235">
                    <a:extLst>
                      <a:ext uri="{FF2B5EF4-FFF2-40B4-BE49-F238E27FC236}">
                        <a16:creationId xmlns:a16="http://schemas.microsoft.com/office/drawing/2014/main" id="{26A2C9BA-CE16-4552-663B-E47274538A04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0" name="Группа 238">
                  <a:extLst>
                    <a:ext uri="{FF2B5EF4-FFF2-40B4-BE49-F238E27FC236}">
                      <a16:creationId xmlns:a16="http://schemas.microsoft.com/office/drawing/2014/main" id="{2A515FC2-1859-F89C-56B6-01ED2233627D}"/>
                    </a:ext>
                  </a:extLst>
                </p:cNvPr>
                <p:cNvGrpSpPr/>
                <p:nvPr/>
              </p:nvGrpSpPr>
              <p:grpSpPr>
                <a:xfrm>
                  <a:off x="4855901" y="3925798"/>
                  <a:ext cx="2024742" cy="387164"/>
                  <a:chOff x="1500596" y="2796077"/>
                  <a:chExt cx="1799999" cy="169577"/>
                </a:xfrm>
              </p:grpSpPr>
              <p:cxnSp>
                <p:nvCxnSpPr>
                  <p:cNvPr id="141" name="Соединительная линия уступом 247">
                    <a:extLst>
                      <a:ext uri="{FF2B5EF4-FFF2-40B4-BE49-F238E27FC236}">
                        <a16:creationId xmlns:a16="http://schemas.microsoft.com/office/drawing/2014/main" id="{1CE62346-1759-461E-B305-DADCA1726A18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1865818" y="2430877"/>
                    <a:ext cx="169555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Соединительная линия уступом 248">
                    <a:extLst>
                      <a:ext uri="{FF2B5EF4-FFF2-40B4-BE49-F238E27FC236}">
                        <a16:creationId xmlns:a16="http://schemas.microsoft.com/office/drawing/2014/main" id="{7BC14748-4453-5826-CA89-8F3E92BE4152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2765818" y="2430854"/>
                    <a:ext cx="169553" cy="9000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33" name="6-конечная звезда 261">
                <a:extLst>
                  <a:ext uri="{FF2B5EF4-FFF2-40B4-BE49-F238E27FC236}">
                    <a16:creationId xmlns:a16="http://schemas.microsoft.com/office/drawing/2014/main" id="{4C6D8CB8-F78F-6E55-7009-B2F287ABCB54}"/>
                  </a:ext>
                </a:extLst>
              </p:cNvPr>
              <p:cNvSpPr/>
              <p:nvPr/>
            </p:nvSpPr>
            <p:spPr>
              <a:xfrm>
                <a:off x="915594" y="522376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34" name="6-конечная звезда 262">
                <a:extLst>
                  <a:ext uri="{FF2B5EF4-FFF2-40B4-BE49-F238E27FC236}">
                    <a16:creationId xmlns:a16="http://schemas.microsoft.com/office/drawing/2014/main" id="{65FA9C6B-3AF1-4E29-E1AF-471FDAFE6651}"/>
                  </a:ext>
                </a:extLst>
              </p:cNvPr>
              <p:cNvSpPr/>
              <p:nvPr/>
            </p:nvSpPr>
            <p:spPr>
              <a:xfrm>
                <a:off x="2830286" y="5228252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35" name="6-конечная звезда 263">
                <a:extLst>
                  <a:ext uri="{FF2B5EF4-FFF2-40B4-BE49-F238E27FC236}">
                    <a16:creationId xmlns:a16="http://schemas.microsoft.com/office/drawing/2014/main" id="{5CBDBF0D-A875-A9F5-BDF4-472775B71C87}"/>
                  </a:ext>
                </a:extLst>
              </p:cNvPr>
              <p:cNvSpPr/>
              <p:nvPr/>
            </p:nvSpPr>
            <p:spPr>
              <a:xfrm>
                <a:off x="4156855" y="5244863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136" name="6-конечная звезда 264">
                <a:extLst>
                  <a:ext uri="{FF2B5EF4-FFF2-40B4-BE49-F238E27FC236}">
                    <a16:creationId xmlns:a16="http://schemas.microsoft.com/office/drawing/2014/main" id="{76D05F50-AB55-1DA5-FFD6-F11A8738F7AE}"/>
                  </a:ext>
                </a:extLst>
              </p:cNvPr>
              <p:cNvSpPr/>
              <p:nvPr/>
            </p:nvSpPr>
            <p:spPr>
              <a:xfrm>
                <a:off x="6008914" y="5253135"/>
                <a:ext cx="606490" cy="634482"/>
              </a:xfrm>
              <a:prstGeom prst="star6">
                <a:avLst/>
              </a:prstGeom>
              <a:gradFill>
                <a:gsLst>
                  <a:gs pos="34000">
                    <a:srgbClr val="FFFF00"/>
                  </a:gs>
                  <a:gs pos="84000">
                    <a:srgbClr val="66FF33"/>
                  </a:gs>
                </a:gsLst>
                <a:lin ang="5400000" scaled="0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</a:p>
            </p:txBody>
          </p:sp>
        </p:grpSp>
        <p:sp>
          <p:nvSpPr>
            <p:cNvPr id="125" name="Прямоугольник 124">
              <a:extLst>
                <a:ext uri="{FF2B5EF4-FFF2-40B4-BE49-F238E27FC236}">
                  <a16:creationId xmlns:a16="http://schemas.microsoft.com/office/drawing/2014/main" id="{A050624A-376E-C816-EAD5-CD6D63C1ACA7}"/>
                </a:ext>
              </a:extLst>
            </p:cNvPr>
            <p:cNvSpPr/>
            <p:nvPr/>
          </p:nvSpPr>
          <p:spPr>
            <a:xfrm>
              <a:off x="4401634" y="1315107"/>
              <a:ext cx="2324205" cy="523220"/>
            </a:xfrm>
            <a:prstGeom prst="rect">
              <a:avLst/>
            </a:prstGeom>
            <a:gradFill>
              <a:gsLst>
                <a:gs pos="96000">
                  <a:srgbClr val="66FF33"/>
                </a:gs>
                <a:gs pos="41000">
                  <a:srgbClr val="66FF66"/>
                </a:gs>
                <a:gs pos="19000">
                  <a:srgbClr val="66FF99"/>
                </a:gs>
              </a:gsLst>
              <a:lin ang="5400000" scaled="0"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ru-RU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30 37</a:t>
              </a:r>
              <a:r>
                <a:rPr lang="en-US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ru-RU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uLime</a:t>
              </a:r>
              <a:r>
                <a:rPr lang="en-US" sz="2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ru-RU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F2CC0F-B480-31BD-2C43-734485800C75}"/>
              </a:ext>
            </a:extLst>
          </p:cNvPr>
          <p:cNvSpPr txBox="1"/>
          <p:nvPr/>
        </p:nvSpPr>
        <p:spPr>
          <a:xfrm>
            <a:off x="8730343" y="294825"/>
            <a:ext cx="3461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Broadway" panose="04040905080B02020502" pitchFamily="82" charset="0"/>
              </a:rPr>
              <a:t>uLime</a:t>
            </a:r>
            <a:r>
              <a:rPr lang="en-US" sz="2400" dirty="0">
                <a:solidFill>
                  <a:schemeClr val="bg1"/>
                </a:solidFill>
                <a:latin typeface="Broadway" panose="04040905080B02020502" pitchFamily="82" charset="0"/>
              </a:rPr>
              <a:t> = 1 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9" name="Graphic 10">
            <a:extLst>
              <a:ext uri="{FF2B5EF4-FFF2-40B4-BE49-F238E27FC236}">
                <a16:creationId xmlns:a16="http://schemas.microsoft.com/office/drawing/2014/main" id="{C672A1D7-BE7A-BC6C-5F20-C766E46388FE}"/>
              </a:ext>
            </a:extLst>
          </p:cNvPr>
          <p:cNvSpPr/>
          <p:nvPr/>
        </p:nvSpPr>
        <p:spPr>
          <a:xfrm rot="5400000">
            <a:off x="6388013" y="863518"/>
            <a:ext cx="5657850" cy="5950122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gradFill flip="none" rotWithShape="1"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Rectangle: Rounded Corners 33">
            <a:extLst>
              <a:ext uri="{FF2B5EF4-FFF2-40B4-BE49-F238E27FC236}">
                <a16:creationId xmlns:a16="http://schemas.microsoft.com/office/drawing/2014/main" id="{19B8E7BD-70B0-B7D7-0AB2-3F7152AFE800}"/>
              </a:ext>
            </a:extLst>
          </p:cNvPr>
          <p:cNvSpPr/>
          <p:nvPr/>
        </p:nvSpPr>
        <p:spPr>
          <a:xfrm>
            <a:off x="6522649" y="1109152"/>
            <a:ext cx="1464730" cy="1506923"/>
          </a:xfrm>
          <a:prstGeom prst="roundRect">
            <a:avLst>
              <a:gd name="adj" fmla="val 50000"/>
            </a:avLst>
          </a:prstGeom>
          <a:gradFill>
            <a:gsLst>
              <a:gs pos="45000">
                <a:srgbClr val="99FF99"/>
              </a:gs>
              <a:gs pos="9000">
                <a:srgbClr val="66FF4D"/>
              </a:gs>
              <a:gs pos="75000">
                <a:srgbClr val="66FF66"/>
              </a:gs>
              <a:gs pos="97000">
                <a:srgbClr val="66FF33"/>
              </a:gs>
            </a:gsLst>
            <a:lin ang="27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42AD5-6C5E-4153-61BF-B458A19508D2}"/>
              </a:ext>
            </a:extLst>
          </p:cNvPr>
          <p:cNvSpPr txBox="1"/>
          <p:nvPr/>
        </p:nvSpPr>
        <p:spPr>
          <a:xfrm>
            <a:off x="6253476" y="1649259"/>
            <a:ext cx="5938524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Активация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30 375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место </a:t>
            </a:r>
            <a:r>
              <a:rPr lang="ru-RU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реферальная выплата </a:t>
            </a:r>
            <a:r>
              <a:rPr lang="ru-RU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10 12</a:t>
            </a:r>
            <a:r>
              <a:rPr lang="en-US" sz="23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300" dirty="0" err="1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300" dirty="0">
              <a:solidFill>
                <a:srgbClr val="FF99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клонов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умный клон в 1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клон во 2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клона в 3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клон в 4 уровень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3 и 4 места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ВЫПЛАТА </a:t>
            </a:r>
            <a:r>
              <a:rPr lang="ru-RU" sz="2400" b="1" dirty="0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91 000 </a:t>
            </a:r>
            <a:r>
              <a:rPr lang="en-US" sz="2400" b="1" dirty="0" err="1">
                <a:solidFill>
                  <a:srgbClr val="FF99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endParaRPr lang="ru-RU" sz="2400" b="1" dirty="0">
              <a:solidFill>
                <a:srgbClr val="FF99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125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 развитие проекта</a:t>
            </a: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F7287B6-5A88-106D-279E-04DE07264376}"/>
              </a:ext>
            </a:extLst>
          </p:cNvPr>
          <p:cNvGrpSpPr/>
          <p:nvPr/>
        </p:nvGrpSpPr>
        <p:grpSpPr>
          <a:xfrm>
            <a:off x="1763362" y="3802718"/>
            <a:ext cx="1447099" cy="1411001"/>
            <a:chOff x="1763362" y="3802718"/>
            <a:chExt cx="1447099" cy="141100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9DABEF14-73E7-2892-6662-16B05E694B3B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E3DDAEF4-C0C0-6DC2-8EBD-E6D1325F0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13" name="Рисунок 12">
                <a:extLst>
                  <a:ext uri="{FF2B5EF4-FFF2-40B4-BE49-F238E27FC236}">
                    <a16:creationId xmlns:a16="http://schemas.microsoft.com/office/drawing/2014/main" id="{79B2C719-DF14-6BF6-D25B-7D55691376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11" name="Круг: прозрачная заливка 10">
              <a:extLst>
                <a:ext uri="{FF2B5EF4-FFF2-40B4-BE49-F238E27FC236}">
                  <a16:creationId xmlns:a16="http://schemas.microsoft.com/office/drawing/2014/main" id="{B19BD0A7-55D2-185C-E499-AA511007ACFE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3D4B854-C95A-4E19-5FAB-97D7C6FE6202}"/>
              </a:ext>
            </a:extLst>
          </p:cNvPr>
          <p:cNvGrpSpPr/>
          <p:nvPr/>
        </p:nvGrpSpPr>
        <p:grpSpPr>
          <a:xfrm>
            <a:off x="-74120" y="3813012"/>
            <a:ext cx="1447099" cy="1411001"/>
            <a:chOff x="1763362" y="3802718"/>
            <a:chExt cx="1447099" cy="1411001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B810F196-C350-4379-E34B-27931DCD0B98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17" name="Рисунок 16">
                <a:extLst>
                  <a:ext uri="{FF2B5EF4-FFF2-40B4-BE49-F238E27FC236}">
                    <a16:creationId xmlns:a16="http://schemas.microsoft.com/office/drawing/2014/main" id="{54C46175-A369-1B6F-2AE2-0FC7CC06F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18" name="Рисунок 17">
                <a:extLst>
                  <a:ext uri="{FF2B5EF4-FFF2-40B4-BE49-F238E27FC236}">
                    <a16:creationId xmlns:a16="http://schemas.microsoft.com/office/drawing/2014/main" id="{DAA2F9EF-42D2-C354-489B-D3DE3D2E8C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16" name="Круг: прозрачная заливка 15">
              <a:extLst>
                <a:ext uri="{FF2B5EF4-FFF2-40B4-BE49-F238E27FC236}">
                  <a16:creationId xmlns:a16="http://schemas.microsoft.com/office/drawing/2014/main" id="{C7A61ECB-B0F6-43C2-33A7-9A0B691482C1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95723636-34F4-252A-AD15-A5BCDAA42AA3}"/>
              </a:ext>
            </a:extLst>
          </p:cNvPr>
          <p:cNvGrpSpPr/>
          <p:nvPr/>
        </p:nvGrpSpPr>
        <p:grpSpPr>
          <a:xfrm>
            <a:off x="3082823" y="3802717"/>
            <a:ext cx="1447099" cy="1411001"/>
            <a:chOff x="1763362" y="3802718"/>
            <a:chExt cx="1447099" cy="1411001"/>
          </a:xfrm>
        </p:grpSpPr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AB489E07-E694-AE6E-DB7C-75E04841C180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22" name="Рисунок 21">
                <a:extLst>
                  <a:ext uri="{FF2B5EF4-FFF2-40B4-BE49-F238E27FC236}">
                    <a16:creationId xmlns:a16="http://schemas.microsoft.com/office/drawing/2014/main" id="{2B3E1BEC-182A-FBC0-901A-9C732ABC4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23" name="Рисунок 22">
                <a:extLst>
                  <a:ext uri="{FF2B5EF4-FFF2-40B4-BE49-F238E27FC236}">
                    <a16:creationId xmlns:a16="http://schemas.microsoft.com/office/drawing/2014/main" id="{FB0104C1-4284-ACC5-3F65-1E2990A9F0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21" name="Круг: прозрачная заливка 20">
              <a:extLst>
                <a:ext uri="{FF2B5EF4-FFF2-40B4-BE49-F238E27FC236}">
                  <a16:creationId xmlns:a16="http://schemas.microsoft.com/office/drawing/2014/main" id="{B145A36F-ADE9-358B-45A5-4804B6380AFC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B53CBD7-454C-C02C-D190-5A70A76313FD}"/>
              </a:ext>
            </a:extLst>
          </p:cNvPr>
          <p:cNvGrpSpPr/>
          <p:nvPr/>
        </p:nvGrpSpPr>
        <p:grpSpPr>
          <a:xfrm>
            <a:off x="4910332" y="3800666"/>
            <a:ext cx="1447099" cy="1411001"/>
            <a:chOff x="1763362" y="3802718"/>
            <a:chExt cx="1447099" cy="1411001"/>
          </a:xfrm>
        </p:grpSpPr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4431FA3B-2624-1BC7-E798-245BF855F49F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27" name="Рисунок 26">
                <a:extLst>
                  <a:ext uri="{FF2B5EF4-FFF2-40B4-BE49-F238E27FC236}">
                    <a16:creationId xmlns:a16="http://schemas.microsoft.com/office/drawing/2014/main" id="{C9A95FF6-95FC-C8D0-DBD3-0588D39622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28" name="Рисунок 27">
                <a:extLst>
                  <a:ext uri="{FF2B5EF4-FFF2-40B4-BE49-F238E27FC236}">
                    <a16:creationId xmlns:a16="http://schemas.microsoft.com/office/drawing/2014/main" id="{6AA3D488-FF99-4134-0810-3BEA4782D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26" name="Круг: прозрачная заливка 25">
              <a:extLst>
                <a:ext uri="{FF2B5EF4-FFF2-40B4-BE49-F238E27FC236}">
                  <a16:creationId xmlns:a16="http://schemas.microsoft.com/office/drawing/2014/main" id="{9F23A308-020E-7D86-9911-A39780263F4A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03F7BD92-825C-A30B-0FBD-B2DA3A821324}"/>
              </a:ext>
            </a:extLst>
          </p:cNvPr>
          <p:cNvGrpSpPr/>
          <p:nvPr/>
        </p:nvGrpSpPr>
        <p:grpSpPr>
          <a:xfrm>
            <a:off x="3982270" y="2370230"/>
            <a:ext cx="1447099" cy="1411001"/>
            <a:chOff x="1763362" y="3802718"/>
            <a:chExt cx="1447099" cy="1411001"/>
          </a:xfrm>
        </p:grpSpPr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E236AB4A-90E9-1A16-85D4-D4800538AD1A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6D51ECA0-5086-E583-3119-4B62B6266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33" name="Рисунок 32">
                <a:extLst>
                  <a:ext uri="{FF2B5EF4-FFF2-40B4-BE49-F238E27FC236}">
                    <a16:creationId xmlns:a16="http://schemas.microsoft.com/office/drawing/2014/main" id="{60442AD5-F18C-7E08-C593-0EA96D0EA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31" name="Круг: прозрачная заливка 30">
              <a:extLst>
                <a:ext uri="{FF2B5EF4-FFF2-40B4-BE49-F238E27FC236}">
                  <a16:creationId xmlns:a16="http://schemas.microsoft.com/office/drawing/2014/main" id="{81530151-F4BE-6A4B-DDD6-6D91F7926097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40FF966A-86DD-C8C6-2F3A-4FD48F812775}"/>
              </a:ext>
            </a:extLst>
          </p:cNvPr>
          <p:cNvGrpSpPr/>
          <p:nvPr/>
        </p:nvGrpSpPr>
        <p:grpSpPr>
          <a:xfrm>
            <a:off x="828323" y="2385336"/>
            <a:ext cx="1447099" cy="1411001"/>
            <a:chOff x="1763362" y="3802718"/>
            <a:chExt cx="1447099" cy="1411001"/>
          </a:xfrm>
        </p:grpSpPr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DB289DF1-A612-3AA3-4085-644AD60D6365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37" name="Рисунок 36">
                <a:extLst>
                  <a:ext uri="{FF2B5EF4-FFF2-40B4-BE49-F238E27FC236}">
                    <a16:creationId xmlns:a16="http://schemas.microsoft.com/office/drawing/2014/main" id="{36F15EDA-C519-320E-931A-5A836ECCB8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38" name="Рисунок 37">
                <a:extLst>
                  <a:ext uri="{FF2B5EF4-FFF2-40B4-BE49-F238E27FC236}">
                    <a16:creationId xmlns:a16="http://schemas.microsoft.com/office/drawing/2014/main" id="{7221F2E7-D6C8-29C4-1F48-76FE77C017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36" name="Круг: прозрачная заливка 35">
              <a:extLst>
                <a:ext uri="{FF2B5EF4-FFF2-40B4-BE49-F238E27FC236}">
                  <a16:creationId xmlns:a16="http://schemas.microsoft.com/office/drawing/2014/main" id="{5C4E849B-42E0-294B-4C90-5460B36DE4F1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EBBFF997-E8F6-D073-49B5-69B5AD4F83BA}"/>
              </a:ext>
            </a:extLst>
          </p:cNvPr>
          <p:cNvGrpSpPr/>
          <p:nvPr/>
        </p:nvGrpSpPr>
        <p:grpSpPr>
          <a:xfrm>
            <a:off x="2380953" y="907390"/>
            <a:ext cx="1447099" cy="1411001"/>
            <a:chOff x="1763362" y="3802718"/>
            <a:chExt cx="1447099" cy="1411001"/>
          </a:xfrm>
        </p:grpSpPr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DB0670B8-A829-CACF-7C49-4C50997ED09A}"/>
                </a:ext>
              </a:extLst>
            </p:cNvPr>
            <p:cNvGrpSpPr/>
            <p:nvPr/>
          </p:nvGrpSpPr>
          <p:grpSpPr>
            <a:xfrm>
              <a:off x="1763362" y="3802718"/>
              <a:ext cx="1447099" cy="1411001"/>
              <a:chOff x="2910109" y="3136760"/>
              <a:chExt cx="2730640" cy="2730640"/>
            </a:xfrm>
          </p:grpSpPr>
          <p:pic>
            <p:nvPicPr>
              <p:cNvPr id="42" name="Рисунок 41">
                <a:extLst>
                  <a:ext uri="{FF2B5EF4-FFF2-40B4-BE49-F238E27FC236}">
                    <a16:creationId xmlns:a16="http://schemas.microsoft.com/office/drawing/2014/main" id="{C7C13116-87CB-928C-95A9-BF9E4BCCF2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0109" y="3136760"/>
                <a:ext cx="2730640" cy="2730640"/>
              </a:xfrm>
              <a:prstGeom prst="rect">
                <a:avLst/>
              </a:prstGeom>
            </p:spPr>
          </p:pic>
          <p:pic>
            <p:nvPicPr>
              <p:cNvPr id="43" name="Рисунок 42">
                <a:extLst>
                  <a:ext uri="{FF2B5EF4-FFF2-40B4-BE49-F238E27FC236}">
                    <a16:creationId xmlns:a16="http://schemas.microsoft.com/office/drawing/2014/main" id="{002BE903-50D5-9C7A-B5B2-4B301298A1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45093" y="4202360"/>
                <a:ext cx="1660672" cy="1245504"/>
              </a:xfrm>
              <a:prstGeom prst="rect">
                <a:avLst/>
              </a:prstGeom>
            </p:spPr>
          </p:pic>
        </p:grpSp>
        <p:sp>
          <p:nvSpPr>
            <p:cNvPr id="41" name="Круг: прозрачная заливка 40">
              <a:extLst>
                <a:ext uri="{FF2B5EF4-FFF2-40B4-BE49-F238E27FC236}">
                  <a16:creationId xmlns:a16="http://schemas.microsoft.com/office/drawing/2014/main" id="{5C1E2DC4-24C6-E678-5844-C5D2C571D230}"/>
                </a:ext>
              </a:extLst>
            </p:cNvPr>
            <p:cNvSpPr/>
            <p:nvPr/>
          </p:nvSpPr>
          <p:spPr>
            <a:xfrm>
              <a:off x="1894999" y="3946896"/>
              <a:ext cx="1177200" cy="1153242"/>
            </a:xfrm>
            <a:prstGeom prst="donut">
              <a:avLst>
                <a:gd name="adj" fmla="val 4727"/>
              </a:avLst>
            </a:prstGeom>
            <a:solidFill>
              <a:srgbClr val="66FF3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31329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4571</TotalTime>
  <Words>350</Words>
  <Application>Microsoft Office PowerPoint</Application>
  <PresentationFormat>Широкоэкранный</PresentationFormat>
  <Paragraphs>117</Paragraphs>
  <Slides>6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Broadway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Оксана Шутова</dc:creator>
  <cp:lastModifiedBy>Оксана Шутова</cp:lastModifiedBy>
  <cp:revision>62</cp:revision>
  <dcterms:created xsi:type="dcterms:W3CDTF">2025-08-10T11:48:42Z</dcterms:created>
  <dcterms:modified xsi:type="dcterms:W3CDTF">2025-08-26T18:41:37Z</dcterms:modified>
</cp:coreProperties>
</file>